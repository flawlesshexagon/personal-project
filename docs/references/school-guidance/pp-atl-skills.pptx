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a18de5b41_0_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a18de5b4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a18de5b41_0_6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a18de5b4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youtube.com/watch?v=annUe5JPXCc" TargetMode="External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This video was created as an introduction to ATL Skills for PYP students transitioning into MYP, or for students who are new to the MYP.&#10;&#10;Background song:&#10;'Riot - Safety Net' is free to use everywhere. Music promoted by BreakingCopyright: https://youtu.be/N3x05xl-K60&#10;&#10;You can also find me on Twitter: @JRafaelAngelM &#10;Website: www.ampersandconsultinggroup.com" id="56" name="Google Shape;56;p13" title="The Importance of ATL Skill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250" y="683900"/>
            <a:ext cx="8893500" cy="500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5801750" y="302425"/>
            <a:ext cx="2843100" cy="1964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Thinking Skills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Critical thinking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Creative thinking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Transfer of knowledge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Reflection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Problem-solving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204363" y="4594525"/>
            <a:ext cx="2843100" cy="2001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Social Skills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Collaboration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Building relationships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Working effectively in diverse teams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Conflict resolution</a:t>
            </a:r>
            <a:endParaRPr sz="1900"/>
          </a:p>
        </p:txBody>
      </p:sp>
      <p:sp>
        <p:nvSpPr>
          <p:cNvPr id="63" name="Google Shape;63;p14"/>
          <p:cNvSpPr txBox="1"/>
          <p:nvPr/>
        </p:nvSpPr>
        <p:spPr>
          <a:xfrm>
            <a:off x="6251825" y="3429000"/>
            <a:ext cx="2760600" cy="2850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Communication Skills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Exchanging information effectively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Oral, written, and multimedia communication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Listening and understanding perspectives</a:t>
            </a:r>
            <a:endParaRPr sz="1900"/>
          </a:p>
        </p:txBody>
      </p:sp>
      <p:sp>
        <p:nvSpPr>
          <p:cNvPr id="64" name="Google Shape;64;p14"/>
          <p:cNvSpPr txBox="1"/>
          <p:nvPr/>
        </p:nvSpPr>
        <p:spPr>
          <a:xfrm>
            <a:off x="0" y="4162675"/>
            <a:ext cx="3000000" cy="25674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Self-management Skills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Time management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Organization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Managing state of mind (e.g., mindfulness, perseverance)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Goal setting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Stress management</a:t>
            </a:r>
            <a:endParaRPr sz="1900"/>
          </a:p>
        </p:txBody>
      </p:sp>
      <p:sp>
        <p:nvSpPr>
          <p:cNvPr id="65" name="Google Shape;65;p14"/>
          <p:cNvSpPr txBox="1"/>
          <p:nvPr/>
        </p:nvSpPr>
        <p:spPr>
          <a:xfrm>
            <a:off x="141600" y="142375"/>
            <a:ext cx="3215100" cy="22842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Research Skills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Information literacy (finding and evaluating sources)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Data collection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Ethical use of information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Analyzing and interpreting data</a:t>
            </a:r>
            <a:endParaRPr sz="1900"/>
          </a:p>
        </p:txBody>
      </p:sp>
      <p:sp>
        <p:nvSpPr>
          <p:cNvPr id="66" name="Google Shape;66;p14"/>
          <p:cNvSpPr txBox="1"/>
          <p:nvPr/>
        </p:nvSpPr>
        <p:spPr>
          <a:xfrm>
            <a:off x="2168700" y="2709763"/>
            <a:ext cx="3975300" cy="11697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2"/>
                </a:solidFill>
              </a:rPr>
              <a:t>ATL (Approaches to learning) Skills</a:t>
            </a:r>
            <a:endParaRPr sz="3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