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7616ebba2_0_1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e7616ebba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to whole group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7616ebba2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7616ebba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Researched - read articles, spoke to expert, researched apps and sports watches, social and communication skills - running with others, revised and </a:t>
            </a:r>
            <a:r>
              <a:rPr lang="en"/>
              <a:t>reviewed</a:t>
            </a:r>
            <a:r>
              <a:rPr lang="en"/>
              <a:t> my plan based on performance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 discussion - feedback to group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7616ebba2_0_7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7616ebba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7616ebba2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7616ebb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7616ebba2_0_1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7616ebba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7616ebba2_0_3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7616ebba2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7616ebba2_0_29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7616ebba2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7616ebba2_0_3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7616ebba2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OBJECT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08960" y="6377940"/>
            <a:ext cx="292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83680" y="6377940"/>
            <a:ext cx="2103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2.jpg"/><Relationship Id="rId6" Type="http://schemas.openxmlformats.org/officeDocument/2006/relationships/image" Target="../media/image10.jp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document/d/1R94LgSdDQYqXTlg2V3YT3hH_gylf9zx3xU4S8Ac6rMI/edit?tab=t.0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/>
        </p:nvSpPr>
        <p:spPr>
          <a:xfrm>
            <a:off x="283800" y="537675"/>
            <a:ext cx="8576400" cy="2924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Personal Project??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your table groups share what you learnt about the personal project through your conversations with G10 students</a:t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13460" l="23738" r="18250" t="10454"/>
          <a:stretch/>
        </p:blipFill>
        <p:spPr>
          <a:xfrm>
            <a:off x="2777163" y="3541725"/>
            <a:ext cx="3428974" cy="299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593375"/>
            <a:ext cx="5264700" cy="59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22">
                <a:latin typeface="Montserrat"/>
                <a:ea typeface="Montserrat"/>
                <a:cs typeface="Montserrat"/>
                <a:sym typeface="Montserrat"/>
              </a:rPr>
              <a:t>Anya’s personal project: </a:t>
            </a:r>
            <a:r>
              <a:rPr i="1" lang="en" sz="2922">
                <a:latin typeface="Montserrat"/>
                <a:ea typeface="Montserrat"/>
                <a:cs typeface="Montserrat"/>
                <a:sym typeface="Montserrat"/>
              </a:rPr>
              <a:t>Half Marathon training plan</a:t>
            </a:r>
            <a:endParaRPr i="1" sz="292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2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2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2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2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22">
                <a:latin typeface="Montserrat"/>
                <a:ea typeface="Montserrat"/>
                <a:cs typeface="Montserrat"/>
                <a:sym typeface="Montserrat"/>
              </a:rPr>
              <a:t>Chris’s personal project:</a:t>
            </a:r>
            <a:r>
              <a:rPr lang="en" sz="3022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02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Planning for a TIS Aquatics program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5" title="Screenshot 2026-06-03 at 10.42.10.png"/>
          <p:cNvPicPr preferRelativeResize="0"/>
          <p:nvPr/>
        </p:nvPicPr>
        <p:blipFill rotWithShape="1">
          <a:blip r:embed="rId3">
            <a:alphaModFix/>
          </a:blip>
          <a:srcRect b="2536" l="11721" r="45860" t="17966"/>
          <a:stretch/>
        </p:blipFill>
        <p:spPr>
          <a:xfrm>
            <a:off x="5872250" y="227475"/>
            <a:ext cx="2934774" cy="357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 title="Jexter pool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5867" y="3957175"/>
            <a:ext cx="3435735" cy="257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444500" y="711200"/>
            <a:ext cx="8267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Starter Question: </a:t>
            </a:r>
            <a:r>
              <a:rPr lang="en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If you were given 6 months to learn and create/organise/develop/design anything what would it be?   </a:t>
            </a:r>
            <a:endParaRPr sz="24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Why is this important to you?</a:t>
            </a:r>
            <a:endParaRPr sz="24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10330" l="0" r="0" t="47003"/>
          <a:stretch/>
        </p:blipFill>
        <p:spPr>
          <a:xfrm>
            <a:off x="1536700" y="2844800"/>
            <a:ext cx="6070601" cy="366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Screenshot 2026-06-03 at 10.16.21.png"/>
          <p:cNvPicPr preferRelativeResize="0"/>
          <p:nvPr/>
        </p:nvPicPr>
        <p:blipFill rotWithShape="1">
          <a:blip r:embed="rId3">
            <a:alphaModFix/>
          </a:blip>
          <a:srcRect b="15675" l="26756" r="47390" t="54609"/>
          <a:stretch/>
        </p:blipFill>
        <p:spPr>
          <a:xfrm>
            <a:off x="344276" y="252474"/>
            <a:ext cx="2364027" cy="176727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344275" y="21980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 to Code using C++ to make a MIDI Controller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7" title="Screenshot 2026-06-03 at 10.18.34.png"/>
          <p:cNvPicPr preferRelativeResize="0"/>
          <p:nvPr/>
        </p:nvPicPr>
        <p:blipFill rotWithShape="1">
          <a:blip r:embed="rId4">
            <a:alphaModFix/>
          </a:blip>
          <a:srcRect b="12112" l="51538" r="26672" t="41428"/>
          <a:stretch/>
        </p:blipFill>
        <p:spPr>
          <a:xfrm>
            <a:off x="3582875" y="342875"/>
            <a:ext cx="2295173" cy="31829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486300" y="3603425"/>
            <a:ext cx="565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Sports fundraising event - raising awareness and money for breast cancer charity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" name="Google Shape;81;p17" title="IMG_6074.JPG"/>
          <p:cNvPicPr preferRelativeResize="0"/>
          <p:nvPr/>
        </p:nvPicPr>
        <p:blipFill rotWithShape="1">
          <a:blip r:embed="rId5">
            <a:alphaModFix/>
          </a:blip>
          <a:srcRect b="0" l="0" r="48211" t="39236"/>
          <a:stretch/>
        </p:blipFill>
        <p:spPr>
          <a:xfrm>
            <a:off x="278650" y="3121422"/>
            <a:ext cx="2854277" cy="223202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278650" y="5563775"/>
            <a:ext cx="661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Making a Go-Kart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6018975" y="2875125"/>
            <a:ext cx="305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 an instrument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" name="Google Shape;84;p17" title="IMG_5950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8973" y="795050"/>
            <a:ext cx="2961152" cy="19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Screenshot 2026-06-03 at 10.27.02.png"/>
          <p:cNvPicPr preferRelativeResize="0"/>
          <p:nvPr/>
        </p:nvPicPr>
        <p:blipFill rotWithShape="1">
          <a:blip r:embed="rId7">
            <a:alphaModFix/>
          </a:blip>
          <a:srcRect b="10027" l="4190" r="28664" t="32279"/>
          <a:stretch/>
        </p:blipFill>
        <p:spPr>
          <a:xfrm>
            <a:off x="3411575" y="4488875"/>
            <a:ext cx="3531433" cy="19736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7011775" y="4482350"/>
            <a:ext cx="171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Making</a:t>
            </a: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 educational video to help students manage stress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247288" y="2749513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Creating an animated video game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" name="Google Shape;92;p18" title="Screenshot 2026-06-03 at 10.06.59.png"/>
          <p:cNvPicPr preferRelativeResize="0"/>
          <p:nvPr/>
        </p:nvPicPr>
        <p:blipFill rotWithShape="1">
          <a:blip r:embed="rId3">
            <a:alphaModFix/>
          </a:blip>
          <a:srcRect b="4334" l="7515" r="27756" t="20545"/>
          <a:stretch/>
        </p:blipFill>
        <p:spPr>
          <a:xfrm>
            <a:off x="215912" y="217125"/>
            <a:ext cx="3280824" cy="2476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215900" y="6019800"/>
            <a:ext cx="670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Curating an art exhibition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" name="Google Shape;94;p18" title="IMG_7463 (1).JPG"/>
          <p:cNvPicPr preferRelativeResize="0"/>
          <p:nvPr/>
        </p:nvPicPr>
        <p:blipFill rotWithShape="1">
          <a:blip r:embed="rId4">
            <a:alphaModFix/>
          </a:blip>
          <a:srcRect b="0" l="0" r="18247" t="0"/>
          <a:stretch/>
        </p:blipFill>
        <p:spPr>
          <a:xfrm>
            <a:off x="3866925" y="217125"/>
            <a:ext cx="2880901" cy="2348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 title="IMG_7418 (1).JPG"/>
          <p:cNvPicPr preferRelativeResize="0"/>
          <p:nvPr/>
        </p:nvPicPr>
        <p:blipFill rotWithShape="1">
          <a:blip r:embed="rId5">
            <a:alphaModFix/>
          </a:blip>
          <a:srcRect b="0" l="0" r="14807" t="0"/>
          <a:stretch/>
        </p:blipFill>
        <p:spPr>
          <a:xfrm>
            <a:off x="152400" y="3372000"/>
            <a:ext cx="3189775" cy="24954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3866925" y="2702938"/>
            <a:ext cx="521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Educational video on SIM-Racing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7" name="Google Shape;97;p18" title="Screenshot 2026-06-03 at 10.14.25.png"/>
          <p:cNvPicPr preferRelativeResize="0"/>
          <p:nvPr/>
        </p:nvPicPr>
        <p:blipFill rotWithShape="1">
          <a:blip r:embed="rId6">
            <a:alphaModFix/>
          </a:blip>
          <a:srcRect b="37741" l="27471" r="30602" t="47609"/>
          <a:stretch/>
        </p:blipFill>
        <p:spPr>
          <a:xfrm>
            <a:off x="3577075" y="3643408"/>
            <a:ext cx="5210102" cy="11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3647100" y="3271063"/>
            <a:ext cx="549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Creating a zine about Gen Z fashion and </a:t>
            </a: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culture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2593550" y="1870575"/>
            <a:ext cx="69000" cy="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866925" y="5233000"/>
            <a:ext cx="4851000" cy="1015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do these personal projects have in common?</a:t>
            </a:r>
            <a:endParaRPr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263950" y="298375"/>
            <a:ext cx="8698800" cy="738900"/>
          </a:xfrm>
          <a:prstGeom prst="rect">
            <a:avLst/>
          </a:prstGeom>
          <a:solidFill>
            <a:srgbClr val="E3E3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Task: </a:t>
            </a: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a mindmap using the prompts provided, coming up with initial ideas for your own personal project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2873538" y="2430600"/>
            <a:ext cx="3396924" cy="199681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511625" y="2797738"/>
            <a:ext cx="1962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My Personal Project</a:t>
            </a:r>
            <a:endParaRPr b="1" sz="24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8" name="Google Shape;108;p19"/>
          <p:cNvCxnSpPr/>
          <p:nvPr/>
        </p:nvCxnSpPr>
        <p:spPr>
          <a:xfrm rot="10800000">
            <a:off x="2088575" y="1881975"/>
            <a:ext cx="1262400" cy="84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9"/>
          <p:cNvSpPr txBox="1"/>
          <p:nvPr/>
        </p:nvSpPr>
        <p:spPr>
          <a:xfrm>
            <a:off x="126250" y="1364488"/>
            <a:ext cx="379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What am I curious about learning?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0" name="Google Shape;110;p19"/>
          <p:cNvCxnSpPr/>
          <p:nvPr/>
        </p:nvCxnSpPr>
        <p:spPr>
          <a:xfrm flipH="1">
            <a:off x="2926325" y="4196400"/>
            <a:ext cx="585300" cy="64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9"/>
          <p:cNvSpPr txBox="1"/>
          <p:nvPr/>
        </p:nvSpPr>
        <p:spPr>
          <a:xfrm>
            <a:off x="309875" y="4785063"/>
            <a:ext cx="661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What are my hobbies and interests?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2" name="Google Shape;112;p19"/>
          <p:cNvCxnSpPr/>
          <p:nvPr/>
        </p:nvCxnSpPr>
        <p:spPr>
          <a:xfrm>
            <a:off x="2873550" y="5246775"/>
            <a:ext cx="374100" cy="54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9"/>
          <p:cNvSpPr txBox="1"/>
          <p:nvPr/>
        </p:nvSpPr>
        <p:spPr>
          <a:xfrm>
            <a:off x="1266900" y="5726425"/>
            <a:ext cx="661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How could I develop these further?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4" name="Google Shape;114;p19"/>
          <p:cNvCxnSpPr/>
          <p:nvPr/>
        </p:nvCxnSpPr>
        <p:spPr>
          <a:xfrm flipH="1" rot="10800000">
            <a:off x="4946125" y="2042675"/>
            <a:ext cx="642600" cy="40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9"/>
          <p:cNvSpPr txBox="1"/>
          <p:nvPr/>
        </p:nvSpPr>
        <p:spPr>
          <a:xfrm>
            <a:off x="5058425" y="1364488"/>
            <a:ext cx="374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How could I do something to help other people?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>
            <a:off x="5233025" y="4196400"/>
            <a:ext cx="275400" cy="25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9"/>
          <p:cNvSpPr txBox="1"/>
          <p:nvPr/>
        </p:nvSpPr>
        <p:spPr>
          <a:xfrm>
            <a:off x="5233025" y="4530325"/>
            <a:ext cx="320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What is something I have always wanted to try?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8" name="Google Shape;118;p19"/>
          <p:cNvCxnSpPr>
            <a:stCxn id="106" idx="2"/>
          </p:cNvCxnSpPr>
          <p:nvPr/>
        </p:nvCxnSpPr>
        <p:spPr>
          <a:xfrm rot="10800000">
            <a:off x="2168874" y="3132906"/>
            <a:ext cx="715200" cy="29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9"/>
          <p:cNvSpPr txBox="1"/>
          <p:nvPr/>
        </p:nvSpPr>
        <p:spPr>
          <a:xfrm>
            <a:off x="126250" y="2458300"/>
            <a:ext cx="2272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What are my favourite school subjects - how could I develop my learning in this area?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0" name="Google Shape;120;p19"/>
          <p:cNvCxnSpPr/>
          <p:nvPr/>
        </p:nvCxnSpPr>
        <p:spPr>
          <a:xfrm flipH="1" rot="10800000">
            <a:off x="5933050" y="2604900"/>
            <a:ext cx="585300" cy="11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9"/>
          <p:cNvSpPr txBox="1"/>
          <p:nvPr/>
        </p:nvSpPr>
        <p:spPr>
          <a:xfrm>
            <a:off x="6460875" y="2341075"/>
            <a:ext cx="2582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Have I been involved in any community </a:t>
            </a: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engagement</a:t>
            </a: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projects that I could develop further?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/>
        </p:nvSpPr>
        <p:spPr>
          <a:xfrm>
            <a:off x="332775" y="436100"/>
            <a:ext cx="8400300" cy="23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Personal Project - Key Terminology</a:t>
            </a:r>
            <a:endParaRPr b="1" sz="24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project consists of two interrelated parts: 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a </a:t>
            </a: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 goal </a:t>
            </a: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(what the student wants to learn) 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product </a:t>
            </a: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(what the student wants to create). 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50" y="2983725"/>
            <a:ext cx="4799851" cy="305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573800" y="6059275"/>
            <a:ext cx="661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</a:rPr>
              <a:t>Citation: guide.fariaedu.com/myp-personal-project/setting-a-goal/learning-goal-and-product</a:t>
            </a:r>
            <a:endParaRPr i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/>
        </p:nvSpPr>
        <p:spPr>
          <a:xfrm>
            <a:off x="275425" y="332800"/>
            <a:ext cx="6610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Mindmap gallery walk</a:t>
            </a:r>
            <a:endParaRPr b="1" sz="24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367225" y="1067275"/>
            <a:ext cx="8457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Leave one sticky note  that answers one of these questions: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AutoNum type="arabicParenR"/>
            </a:pPr>
            <a:r>
              <a:rPr i="1"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could be a possible learning goal for this student?</a:t>
            </a:r>
            <a:endParaRPr i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AutoNum type="arabicParenR"/>
            </a:pPr>
            <a:r>
              <a:rPr i="1"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could be a possible product goal for this student?</a:t>
            </a:r>
            <a:endParaRPr i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225" y="2696825"/>
            <a:ext cx="3423500" cy="34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/>
        </p:nvSpPr>
        <p:spPr>
          <a:xfrm>
            <a:off x="320100" y="332800"/>
            <a:ext cx="85038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What to do over the summer break:</a:t>
            </a:r>
            <a:endParaRPr b="1" sz="2400" u="sng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 Complete this </a:t>
            </a:r>
            <a:r>
              <a:rPr lang="en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initial idea document</a:t>
            </a:r>
            <a:r>
              <a:rPr lang="en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on Toddle. Deadline</a:t>
            </a:r>
            <a:r>
              <a:rPr b="1" lang="en" sz="2000" u="sng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August 25th </a:t>
            </a:r>
            <a:endParaRPr b="1" sz="2000" u="sng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 Ask someone you trust for advice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 Practise a skill linked to your idea.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 rotWithShape="1">
          <a:blip r:embed="rId4">
            <a:alphaModFix/>
          </a:blip>
          <a:srcRect b="10330" l="0" r="0" t="47003"/>
          <a:stretch/>
        </p:blipFill>
        <p:spPr>
          <a:xfrm>
            <a:off x="1536700" y="3231875"/>
            <a:ext cx="5429175" cy="3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