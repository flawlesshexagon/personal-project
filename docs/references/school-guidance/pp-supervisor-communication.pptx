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d8f5ea8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d8f5e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d8f5ea8d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d8f5ea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d8f5ea8d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d8f5ea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d8f5ea8d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d8f5ea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d8f5ea8d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d8f5ea8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upport.google.com/mail/answer/9214606?hl=en&amp;co=GENIE.Platform%3DDeskto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5000" y="261150"/>
            <a:ext cx="8016000" cy="4363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</a:rPr>
              <a:t>What your supervisor’s role IS</a:t>
            </a:r>
            <a:endParaRPr b="1" sz="2400" u="sng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They provide guidance to students throughout your personal project, including formative feedback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They will have a minimum of 3 meetings with you which you will need to document on Toddle and it is your (the student’s) responsibility to schedule these meetings.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473075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They will verify the authenticity of the student’s work.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473075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614045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They assess the 	final project 	submission through a moderation process.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5000" y="261150"/>
            <a:ext cx="8016000" cy="3940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</a:rPr>
              <a:t>What your supervisor’s role IS NOT</a:t>
            </a:r>
            <a:endParaRPr b="1" sz="2400" u="sng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Choose your learning/product goal for you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Do your research or write your report.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Fix problems for you…but they can help you think of solutions.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Manage your deadlines, it is your responsibility to stay organised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4310" lvl="0" marL="349250" marR="2197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</a:rPr>
              <a:t>Edit or rewrite your report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4795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How do you write a professional email?</a:t>
            </a:r>
            <a:endParaRPr b="1" sz="40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25" y="2411600"/>
            <a:ext cx="3730776" cy="279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52050" y="63450"/>
            <a:ext cx="8819700" cy="6249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1"/>
                </a:solidFill>
              </a:rPr>
              <a:t>Communication with Supervisors</a:t>
            </a:r>
            <a:endParaRPr b="1" sz="2200" u="sng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 u="sng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u="sng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Be polite and professional in all interactions - both in person and via email (this applies to emails with ALL teachers)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You are responsible for arranging and attending meetings. Once you have organised these add to your google calendar. 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Make sure you can attend a meeting before scheduling. It is best to avoid class times. If unavoidable, you </a:t>
            </a:r>
            <a:r>
              <a:rPr b="1" lang="en" sz="1700" u="sng">
                <a:solidFill>
                  <a:schemeClr val="dk1"/>
                </a:solidFill>
              </a:rPr>
              <a:t>MUST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  <a:highlight>
                  <a:schemeClr val="accent6"/>
                </a:highlight>
              </a:rPr>
              <a:t>ask </a:t>
            </a:r>
            <a:r>
              <a:rPr lang="en" sz="1700">
                <a:solidFill>
                  <a:schemeClr val="dk1"/>
                </a:solidFill>
              </a:rPr>
              <a:t>for permission ahead of time.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Make sure that you are prepared for all meetings you schedule - when contacting your supervisor make sure there is a clear focus for your meeting and make sure you share any relevant information e.g your success criteria so far in advance to make the most out of your meeting time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Take notes during your meeting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 Make sure to complete your supervisor meeting notes on Toddle following the meeting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.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 Schedule send emails </a:t>
            </a:r>
            <a:r>
              <a:rPr lang="en" sz="1700">
                <a:solidFill>
                  <a:schemeClr val="dk1"/>
                </a:solidFill>
              </a:rPr>
              <a:t>for during school hours and from your school </a:t>
            </a:r>
            <a:r>
              <a:rPr lang="en" sz="1700">
                <a:solidFill>
                  <a:schemeClr val="dk1"/>
                </a:solidFill>
              </a:rPr>
              <a:t>account</a:t>
            </a:r>
            <a:endParaRPr sz="1700">
              <a:solidFill>
                <a:schemeClr val="dk1"/>
              </a:solidFill>
            </a:endParaRPr>
          </a:p>
          <a:p>
            <a:pPr indent="0" lvl="0" marL="0" marR="2197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113525" y="344400"/>
            <a:ext cx="8754300" cy="645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Dear ………………,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C9DAF8"/>
                </a:highlight>
              </a:rPr>
              <a:t>My name is ………….., and I’m in Grade 10. I’m writing to introduce myself and share a little about my Personal Project. </a:t>
            </a:r>
            <a:r>
              <a:rPr b="1" i="1" lang="en" sz="1600">
                <a:solidFill>
                  <a:schemeClr val="dk1"/>
                </a:solidFill>
                <a:highlight>
                  <a:srgbClr val="C9DAF8"/>
                </a:highlight>
              </a:rPr>
              <a:t>(If you do not know the teacher supervisor)</a:t>
            </a:r>
            <a:endParaRPr b="1" i="1" sz="16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B6D7A8"/>
                </a:highlight>
              </a:rPr>
              <a:t>I hope you’re doing well. As you know, I’ll be completing my Personal Project this year, and I am very excited that you have been assigned as my supervisor. I wanted to share my project idea and goals with you and set up a time to meet soon.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My project idea is </a:t>
            </a:r>
            <a:r>
              <a:rPr b="1" lang="en" sz="1600">
                <a:solidFill>
                  <a:schemeClr val="dk1"/>
                </a:solidFill>
              </a:rPr>
              <a:t>(Briefly describe your project topic in one- two sentences)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My </a:t>
            </a:r>
            <a:r>
              <a:rPr b="1" lang="en" sz="1600">
                <a:solidFill>
                  <a:schemeClr val="dk1"/>
                </a:solidFill>
              </a:rPr>
              <a:t>learning goal</a:t>
            </a:r>
            <a:r>
              <a:rPr lang="en" sz="1600">
                <a:solidFill>
                  <a:schemeClr val="dk1"/>
                </a:solidFill>
              </a:rPr>
              <a:t> is: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My </a:t>
            </a:r>
            <a:r>
              <a:rPr b="1" lang="en" sz="1600">
                <a:solidFill>
                  <a:schemeClr val="dk1"/>
                </a:solidFill>
              </a:rPr>
              <a:t>product goal</a:t>
            </a:r>
            <a:r>
              <a:rPr lang="en" sz="1600">
                <a:solidFill>
                  <a:schemeClr val="dk1"/>
                </a:solidFill>
              </a:rPr>
              <a:t> is: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I’m really looking forward to working with you as my supervisor and learning from your guidance </a:t>
            </a:r>
            <a:r>
              <a:rPr b="1" i="1" lang="en" sz="1600">
                <a:solidFill>
                  <a:schemeClr val="dk1"/>
                </a:solidFill>
              </a:rPr>
              <a:t>(if you know this teacher you could give a specific reason why you’re looking forward to working with them e.g their expertise in your chosen project)</a:t>
            </a:r>
            <a:r>
              <a:rPr lang="en" sz="1600">
                <a:solidFill>
                  <a:schemeClr val="dk1"/>
                </a:solidFill>
              </a:rPr>
              <a:t>. Could we please schedule our first meeting to discuss my personal project success criteria/action plan? I’m available </a:t>
            </a:r>
            <a:r>
              <a:rPr b="1" i="1" lang="en" sz="1600">
                <a:solidFill>
                  <a:schemeClr val="dk1"/>
                </a:solidFill>
              </a:rPr>
              <a:t>(include 2–3 possible times/days for this week or next week - be mindful of the teachers schedule e.g pyp teachers have different break/lunch times).</a:t>
            </a:r>
            <a:endParaRPr b="1"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Thank you very much for your time and support.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Kind Regards,</a:t>
            </a:r>
            <a:br>
              <a:rPr lang="en" sz="1600">
                <a:solidFill>
                  <a:schemeClr val="dk1"/>
                </a:solidFill>
              </a:rPr>
            </a:br>
            <a:r>
              <a:rPr b="1" i="1" lang="en" sz="1600">
                <a:solidFill>
                  <a:schemeClr val="dk1"/>
                </a:solidFill>
              </a:rPr>
              <a:t>(Your Full Name)</a:t>
            </a:r>
            <a:endParaRPr b="1"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