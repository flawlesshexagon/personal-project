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6858000" cy="9144000"/>
  <p:embeddedFontLst>
    <p:embeddedFont>
      <p:font typeface="Open Sa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iG0TfgUGCcZfzPQzb1xzdP8jMm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00727C-070B-4B82-91DE-5EB5079425F2}">
  <a:tblStyle styleId="{DD00727C-070B-4B82-91DE-5EB5079425F2}"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29E3E92-FD09-4AE1-949E-3F70B7023DD3}" styleName="Table_1">
    <a:wholeTbl>
      <a:tcTxStyle b="off" i="off">
        <a:font>
          <a:latin typeface="Arial"/>
          <a:ea typeface="Arial"/>
          <a:cs typeface="Arial"/>
        </a:font>
        <a:schemeClr val="dk1"/>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tcBdr>
      </a:tcStyle>
    </a:band1H>
    <a:band2H>
      <a:tcTxStyle b="off" i="off"/>
    </a:band2H>
    <a:band1V>
      <a:tcTxStyle b="off"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cBdr>
      </a:tcStyle>
    </a:band1V>
    <a:band2V>
      <a:tcTxStyle b="off"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4"/>
              </a:solidFill>
              <a:prstDash val="solid"/>
              <a:round/>
              <a:headEnd len="sm" w="sm" type="none"/>
              <a:tailEnd len="sm" w="sm" type="none"/>
            </a:ln>
          </a:top>
        </a:tcBdr>
      </a:tcStyle>
    </a:lastRow>
    <a:seCell>
      <a:tcTxStyle b="off" i="off"/>
    </a:seCell>
    <a:swCell>
      <a:tcTxStyle b="off" i="off"/>
    </a:swCell>
    <a:firstRow>
      <a:tcTxStyle b="on" i="off">
        <a:font>
          <a:latin typeface="Arial"/>
          <a:ea typeface="Arial"/>
          <a:cs typeface="Arial"/>
        </a:font>
        <a:schemeClr val="lt1"/>
      </a:tcTxStyle>
      <a:tcStyle>
        <a:fill>
          <a:solidFill>
            <a:schemeClr val="accent4"/>
          </a:solidFill>
        </a:fill>
      </a:tcStyle>
    </a:firstRow>
    <a:neCell>
      <a:tcTxStyle b="off" i="off"/>
    </a:neCell>
    <a:nwCell>
      <a:tcTxStyle b="off" i="off"/>
    </a:nwCell>
  </a:tblStyle>
  <a:tblStyle styleId="{7E379E03-9254-4938-9BE7-F4C174ECA0BB}"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OpenSans-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Italic.fntdata"/><Relationship Id="rId30"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presentation is focused on the second stage of the personal project – Objective B: Applying the skills. </a:t>
            </a:r>
            <a:endParaRPr/>
          </a:p>
        </p:txBody>
      </p:sp>
      <p:sp>
        <p:nvSpPr>
          <p:cNvPr id="43" name="Google Shape;43;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In this stage, you will select and apply ATL skills to work both towards your learning goal and your product goal. </a:t>
            </a:r>
            <a:endParaRPr/>
          </a:p>
          <a:p>
            <a:pPr indent="-228600" lvl="0" marL="457200" marR="0" rtl="0" algn="l">
              <a:lnSpc>
                <a:spcPct val="100000"/>
              </a:lnSpc>
              <a:spcBef>
                <a:spcPts val="0"/>
              </a:spcBef>
              <a:spcAft>
                <a:spcPts val="0"/>
              </a:spcAft>
              <a:buSzPts val="1400"/>
              <a:buNone/>
            </a:pPr>
            <a:r>
              <a:rPr lang="en-US"/>
              <a:t>As you do so, you will gather evidence showing how you have used the ATL skills in your project. This evidence will be crucial for the report writing. </a:t>
            </a:r>
            <a:endParaRPr/>
          </a:p>
        </p:txBody>
      </p:sp>
      <p:sp>
        <p:nvSpPr>
          <p:cNvPr id="50" name="Google Shape;5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 name="Google Shape;62;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i="0" lang="en-US"/>
              <a:t>As the personal project is an opportunity for you to demonstrate your learning throughout the MYP, the approaches to learning are at the core of the project. </a:t>
            </a:r>
            <a:endParaRPr/>
          </a:p>
          <a:p>
            <a:pPr indent="0" lvl="0" marL="0" rtl="0" algn="l">
              <a:lnSpc>
                <a:spcPct val="100000"/>
              </a:lnSpc>
              <a:spcBef>
                <a:spcPts val="0"/>
              </a:spcBef>
              <a:spcAft>
                <a:spcPts val="0"/>
              </a:spcAft>
              <a:buSzPts val="1400"/>
              <a:buNone/>
            </a:pPr>
            <a:r>
              <a:rPr i="0" lang="en-US"/>
              <a:t>Through the ATL skills you develop skills that help you "learn how to learn". </a:t>
            </a:r>
            <a:endParaRPr i="0">
              <a:latin typeface="Arial"/>
              <a:ea typeface="Arial"/>
              <a:cs typeface="Arial"/>
              <a:sym typeface="Arial"/>
            </a:endParaRPr>
          </a:p>
          <a:p>
            <a:pPr indent="0" lvl="0" marL="0" rtl="0" algn="l">
              <a:lnSpc>
                <a:spcPct val="100000"/>
              </a:lnSpc>
              <a:spcBef>
                <a:spcPts val="0"/>
              </a:spcBef>
              <a:spcAft>
                <a:spcPts val="0"/>
              </a:spcAft>
              <a:buSzPts val="1400"/>
              <a:buNone/>
            </a:pPr>
            <a:r>
              <a:rPr i="0" lang="en-US"/>
              <a:t>You use these skills during the personal project, documenting them and reflecting on them in the report.</a:t>
            </a:r>
            <a:endParaRPr/>
          </a:p>
          <a:p>
            <a:pPr indent="0" lvl="0" marL="0" rtl="0" algn="l">
              <a:lnSpc>
                <a:spcPct val="100000"/>
              </a:lnSpc>
              <a:spcBef>
                <a:spcPts val="0"/>
              </a:spcBef>
              <a:spcAft>
                <a:spcPts val="0"/>
              </a:spcAft>
              <a:buSzPts val="1400"/>
              <a:buNone/>
            </a:pPr>
            <a:r>
              <a:t/>
            </a:r>
            <a:endParaRPr/>
          </a:p>
        </p:txBody>
      </p:sp>
      <p:sp>
        <p:nvSpPr>
          <p:cNvPr id="63" name="Google Shape;63;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We will look at two aspects of the project process: applying ATL skills and gathering evidence.</a:t>
            </a:r>
            <a:endParaRPr/>
          </a:p>
          <a:p>
            <a:pPr indent="-228600" lvl="0" marL="457200" marR="0" rtl="0" algn="l">
              <a:lnSpc>
                <a:spcPct val="100000"/>
              </a:lnSpc>
              <a:spcBef>
                <a:spcPts val="0"/>
              </a:spcBef>
              <a:spcAft>
                <a:spcPts val="0"/>
              </a:spcAft>
              <a:buSzPts val="1400"/>
              <a:buNone/>
            </a:pPr>
            <a:r>
              <a:rPr lang="en-US"/>
              <a:t>Note that you should select one ATL skill for the learning goal and one for the product goal.</a:t>
            </a:r>
            <a:endParaRPr/>
          </a:p>
          <a:p>
            <a:pPr indent="-228600" lvl="0" marL="457200" marR="0" rtl="0" algn="l">
              <a:lnSpc>
                <a:spcPct val="100000"/>
              </a:lnSpc>
              <a:spcBef>
                <a:spcPts val="0"/>
              </a:spcBef>
              <a:spcAft>
                <a:spcPts val="0"/>
              </a:spcAft>
              <a:buSzPts val="1400"/>
              <a:buNone/>
            </a:pPr>
            <a:r>
              <a:rPr lang="en-US"/>
              <a:t>For each, you need to collate evidence that shows the application of the respective ATL skill.</a:t>
            </a:r>
            <a:endParaRPr/>
          </a:p>
        </p:txBody>
      </p:sp>
      <p:sp>
        <p:nvSpPr>
          <p:cNvPr id="71" name="Google Shape;7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Let's take the learning goal as an example. [click for learning goal to appear]</a:t>
            </a:r>
            <a:endParaRPr/>
          </a:p>
          <a:p>
            <a:pPr indent="0" lvl="0" marL="0" rtl="0" algn="l">
              <a:lnSpc>
                <a:spcPct val="100000"/>
              </a:lnSpc>
              <a:spcBef>
                <a:spcPts val="0"/>
              </a:spcBef>
              <a:spcAft>
                <a:spcPts val="0"/>
              </a:spcAft>
              <a:buSzPts val="1400"/>
              <a:buNone/>
            </a:pPr>
            <a:r>
              <a:rPr lang="en-US"/>
              <a:t>Here, the student wants to learn about the health aspects of fitness for teenagers.</a:t>
            </a:r>
            <a:endParaRPr/>
          </a:p>
          <a:p>
            <a:pPr indent="0" lvl="0" marL="0" rtl="0" algn="l">
              <a:lnSpc>
                <a:spcPct val="100000"/>
              </a:lnSpc>
              <a:spcBef>
                <a:spcPts val="0"/>
              </a:spcBef>
              <a:spcAft>
                <a:spcPts val="0"/>
              </a:spcAft>
              <a:buSzPts val="1400"/>
              <a:buNone/>
            </a:pPr>
            <a:r>
              <a:rPr lang="en-US"/>
              <a:t>They are tasked to select and apply ATL skills to work towards this learning goal.</a:t>
            </a:r>
            <a:endParaRPr/>
          </a:p>
          <a:p>
            <a:pPr indent="0" lvl="0" marL="0" rtl="0" algn="l">
              <a:lnSpc>
                <a:spcPct val="100000"/>
              </a:lnSpc>
              <a:spcBef>
                <a:spcPts val="0"/>
              </a:spcBef>
              <a:spcAft>
                <a:spcPts val="0"/>
              </a:spcAft>
              <a:buSzPts val="1400"/>
              <a:buNone/>
            </a:pPr>
            <a:r>
              <a:rPr lang="en-US"/>
              <a:t>How should they select a relevant ATL skill?</a:t>
            </a:r>
            <a:endParaRPr/>
          </a:p>
          <a:p>
            <a:pPr indent="0" lvl="0" marL="0" rtl="0" algn="l">
              <a:lnSpc>
                <a:spcPct val="100000"/>
              </a:lnSpc>
              <a:spcBef>
                <a:spcPts val="0"/>
              </a:spcBef>
              <a:spcAft>
                <a:spcPts val="0"/>
              </a:spcAft>
              <a:buSzPts val="1400"/>
              <a:buNone/>
            </a:pPr>
            <a:r>
              <a:t/>
            </a:r>
            <a:endParaRPr/>
          </a:p>
        </p:txBody>
      </p:sp>
      <p:sp>
        <p:nvSpPr>
          <p:cNvPr id="84" name="Google Shape;8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You could start by mapping out the ATL categories and skills you have developed in MYP courses.</a:t>
            </a:r>
            <a:endParaRPr/>
          </a:p>
          <a:p>
            <a:pPr indent="-228600" lvl="0" marL="457200" marR="0" rtl="0" algn="l">
              <a:lnSpc>
                <a:spcPct val="100000"/>
              </a:lnSpc>
              <a:spcBef>
                <a:spcPts val="0"/>
              </a:spcBef>
              <a:spcAft>
                <a:spcPts val="0"/>
              </a:spcAft>
              <a:buSzPts val="1400"/>
              <a:buNone/>
            </a:pPr>
            <a:r>
              <a:rPr lang="en-US"/>
              <a:t>For example, speaking and writing techniques, surveys, interviews, research questions, source evaluation, evaluating different perspectives ... </a:t>
            </a:r>
            <a:endParaRPr/>
          </a:p>
          <a:p>
            <a:pPr indent="-228600" lvl="0" marL="457200" marR="0" rtl="0" algn="l">
              <a:lnSpc>
                <a:spcPct val="100000"/>
              </a:lnSpc>
              <a:spcBef>
                <a:spcPts val="0"/>
              </a:spcBef>
              <a:spcAft>
                <a:spcPts val="0"/>
              </a:spcAft>
              <a:buSzPts val="1400"/>
              <a:buNone/>
            </a:pPr>
            <a:r>
              <a:rPr lang="en-US"/>
              <a:t>There are many categories and skills to choose from. The ATL toolkit provides a wide range of tools to develop your ATL skills and help you work towards your project goals. </a:t>
            </a:r>
            <a:endParaRPr/>
          </a:p>
          <a:p>
            <a:pPr indent="-228600" lvl="0" marL="457200" marR="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p:txBody>
      </p:sp>
      <p:sp>
        <p:nvSpPr>
          <p:cNvPr id="95" name="Google Shape;9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The following table can help with three things:</a:t>
            </a:r>
            <a:endParaRPr/>
          </a:p>
          <a:p>
            <a:pPr indent="-228600" lvl="0" marL="457200" marR="0" rtl="0" algn="l">
              <a:lnSpc>
                <a:spcPct val="100000"/>
              </a:lnSpc>
              <a:spcBef>
                <a:spcPts val="0"/>
              </a:spcBef>
              <a:spcAft>
                <a:spcPts val="0"/>
              </a:spcAft>
              <a:buSzPts val="1400"/>
              <a:buNone/>
            </a:pPr>
            <a:r>
              <a:t/>
            </a:r>
            <a:endParaRPr/>
          </a:p>
          <a:p>
            <a:pPr indent="-228600" lvl="0" marL="457200" rtl="0" algn="l">
              <a:lnSpc>
                <a:spcPct val="100000"/>
              </a:lnSpc>
              <a:spcBef>
                <a:spcPts val="0"/>
              </a:spcBef>
              <a:spcAft>
                <a:spcPts val="0"/>
              </a:spcAft>
              <a:buSzPts val="1400"/>
              <a:buChar char="•"/>
            </a:pPr>
            <a:r>
              <a:rPr lang="en-US"/>
              <a:t>Organizing project actions in ATL skill categories</a:t>
            </a:r>
            <a:endParaRPr/>
          </a:p>
          <a:p>
            <a:pPr indent="-228600" lvl="0" marL="457200" rtl="0" algn="l">
              <a:lnSpc>
                <a:spcPct val="100000"/>
              </a:lnSpc>
              <a:spcBef>
                <a:spcPts val="0"/>
              </a:spcBef>
              <a:spcAft>
                <a:spcPts val="0"/>
              </a:spcAft>
              <a:buSzPts val="1400"/>
              <a:buChar char="•"/>
            </a:pPr>
            <a:r>
              <a:rPr lang="en-US"/>
              <a:t>Recording project activities and your link to a specific ATL skill</a:t>
            </a:r>
            <a:endParaRPr/>
          </a:p>
          <a:p>
            <a:pPr indent="-228600" lvl="0" marL="457200" rtl="0" algn="l">
              <a:lnSpc>
                <a:spcPct val="100000"/>
              </a:lnSpc>
              <a:spcBef>
                <a:spcPts val="0"/>
              </a:spcBef>
              <a:spcAft>
                <a:spcPts val="0"/>
              </a:spcAft>
              <a:buSzPts val="1400"/>
              <a:buChar char="•"/>
            </a:pPr>
            <a:r>
              <a:rPr lang="en-US"/>
              <a:t>Linking evidence to project actions and ATL skills</a:t>
            </a:r>
            <a:endParaRPr/>
          </a:p>
          <a:p>
            <a:pPr indent="0" lvl="0" marL="22860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The chart can be used to document the use of ATLs throughout the project, providing examples.</a:t>
            </a:r>
            <a:endParaRPr/>
          </a:p>
          <a:p>
            <a:pPr indent="-228600" lvl="0" marL="457200" marR="0" rtl="0" algn="l">
              <a:lnSpc>
                <a:spcPct val="100000"/>
              </a:lnSpc>
              <a:spcBef>
                <a:spcPts val="0"/>
              </a:spcBef>
              <a:spcAft>
                <a:spcPts val="0"/>
              </a:spcAft>
              <a:buSzPts val="1400"/>
              <a:buNone/>
            </a:pPr>
            <a:r>
              <a:rPr lang="en-US"/>
              <a:t>This is a useful tool to help you select the ATL skills you want to include in your report. </a:t>
            </a:r>
            <a:endParaRPr/>
          </a:p>
        </p:txBody>
      </p:sp>
      <p:sp>
        <p:nvSpPr>
          <p:cNvPr id="107" name="Google Shape;1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228600" rtl="0" algn="l">
              <a:lnSpc>
                <a:spcPct val="100000"/>
              </a:lnSpc>
              <a:spcBef>
                <a:spcPts val="0"/>
              </a:spcBef>
              <a:spcAft>
                <a:spcPts val="0"/>
              </a:spcAft>
              <a:buSzPts val="1400"/>
              <a:buNone/>
            </a:pPr>
            <a:r>
              <a:rPr lang="en-US"/>
              <a:t>When it comes to report writing, it will be easy for you to reflect and explain how the ATL skills were applied and helped in achieving the learning goal or product.</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p:txBody>
      </p:sp>
      <p:sp>
        <p:nvSpPr>
          <p:cNvPr id="115" name="Google Shape;11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The left column lists the 10 ATL skill clusters. To save space, we see only 6 of the 10. </a:t>
            </a:r>
            <a:endParaRPr/>
          </a:p>
          <a:p>
            <a:pPr indent="-228600" lvl="0" marL="457200" marR="0" rtl="0" algn="l">
              <a:lnSpc>
                <a:spcPct val="100000"/>
              </a:lnSpc>
              <a:spcBef>
                <a:spcPts val="0"/>
              </a:spcBef>
              <a:spcAft>
                <a:spcPts val="0"/>
              </a:spcAft>
              <a:buSzPts val="1400"/>
              <a:buNone/>
            </a:pPr>
            <a:r>
              <a:rPr lang="en-US"/>
              <a:t>In the middle column, you will list the actions you take to achieve your learning goal or product. </a:t>
            </a:r>
            <a:endParaRPr/>
          </a:p>
          <a:p>
            <a:pPr indent="-228600" lvl="0" marL="457200" marR="0" rtl="0" algn="l">
              <a:lnSpc>
                <a:spcPct val="100000"/>
              </a:lnSpc>
              <a:spcBef>
                <a:spcPts val="0"/>
              </a:spcBef>
              <a:spcAft>
                <a:spcPts val="0"/>
              </a:spcAft>
              <a:buSzPts val="1400"/>
              <a:buNone/>
            </a:pPr>
            <a:r>
              <a:t/>
            </a:r>
            <a:endParaRPr/>
          </a:p>
        </p:txBody>
      </p:sp>
      <p:sp>
        <p:nvSpPr>
          <p:cNvPr id="124" name="Google Shape;12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This student has so far identified three areas.</a:t>
            </a:r>
            <a:endParaRPr/>
          </a:p>
          <a:p>
            <a:pPr indent="-228600" lvl="0" marL="457200" marR="0" rtl="0" algn="l">
              <a:lnSpc>
                <a:spcPct val="100000"/>
              </a:lnSpc>
              <a:spcBef>
                <a:spcPts val="0"/>
              </a:spcBef>
              <a:spcAft>
                <a:spcPts val="0"/>
              </a:spcAft>
              <a:buSzPts val="1400"/>
              <a:buNone/>
            </a:pPr>
            <a:r>
              <a:rPr lang="en-US"/>
              <a:t>The column on the right provides space to write down the kind of evidence that is being collected for the respective step.</a:t>
            </a:r>
            <a:endParaRPr/>
          </a:p>
          <a:p>
            <a:pPr indent="-228600" lvl="0" marL="457200" marR="0" rtl="0" algn="l">
              <a:lnSpc>
                <a:spcPct val="100000"/>
              </a:lnSpc>
              <a:spcBef>
                <a:spcPts val="0"/>
              </a:spcBef>
              <a:spcAft>
                <a:spcPts val="0"/>
              </a:spcAft>
              <a:buSzPts val="1400"/>
              <a:buNone/>
            </a:pPr>
            <a:r>
              <a:rPr lang="en-US"/>
              <a:t>Note that you may include any or all of the 10 ATL clusters in your table. </a:t>
            </a:r>
            <a:endParaRPr/>
          </a:p>
          <a:p>
            <a:pPr indent="-228600" lvl="0" marL="457200" marR="0" rtl="0" algn="l">
              <a:lnSpc>
                <a:spcPct val="100000"/>
              </a:lnSpc>
              <a:spcBef>
                <a:spcPts val="0"/>
              </a:spcBef>
              <a:spcAft>
                <a:spcPts val="0"/>
              </a:spcAft>
              <a:buSzPts val="1400"/>
              <a:buNone/>
            </a:pPr>
            <a:r>
              <a:t/>
            </a:r>
            <a:endParaRPr/>
          </a:p>
        </p:txBody>
      </p:sp>
      <p:sp>
        <p:nvSpPr>
          <p:cNvPr id="133" name="Google Shape;13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For Objective B, you also need to provide evidence showing how you have used the ATL skills. </a:t>
            </a:r>
            <a:endParaRPr/>
          </a:p>
        </p:txBody>
      </p:sp>
      <p:sp>
        <p:nvSpPr>
          <p:cNvPr id="141" name="Google Shape;141;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solidFill>
                  <a:srgbClr val="000000"/>
                </a:solidFill>
                <a:highlight>
                  <a:srgbClr val="F5F5F5"/>
                </a:highlight>
              </a:rPr>
              <a:t>[Read the slide]</a:t>
            </a:r>
            <a:endParaRPr/>
          </a:p>
          <a:p>
            <a:pPr indent="-228600" lvl="0" marL="457200" marR="0" rtl="0" algn="l">
              <a:lnSpc>
                <a:spcPct val="100000"/>
              </a:lnSpc>
              <a:spcBef>
                <a:spcPts val="0"/>
              </a:spcBef>
              <a:spcAft>
                <a:spcPts val="0"/>
              </a:spcAft>
              <a:buSzPts val="1400"/>
              <a:buNone/>
            </a:pPr>
            <a:r>
              <a:rPr lang="en-US">
                <a:highlight>
                  <a:srgbClr val="F5F5F5"/>
                </a:highlight>
              </a:rPr>
              <a:t>you are advised to collect all evidence created during the project in a process journal. </a:t>
            </a:r>
            <a:endParaRPr/>
          </a:p>
          <a:p>
            <a:pPr indent="-228600" lvl="0" marL="457200" marR="0" rtl="0" algn="l">
              <a:lnSpc>
                <a:spcPct val="100000"/>
              </a:lnSpc>
              <a:spcBef>
                <a:spcPts val="0"/>
              </a:spcBef>
              <a:spcAft>
                <a:spcPts val="0"/>
              </a:spcAft>
              <a:buSzPts val="1400"/>
              <a:buNone/>
            </a:pPr>
            <a:r>
              <a:t/>
            </a:r>
            <a:endParaRPr>
              <a:solidFill>
                <a:srgbClr val="000000"/>
              </a:solidFill>
              <a:highlight>
                <a:srgbClr val="F5F5F5"/>
              </a:highlight>
            </a:endParaRPr>
          </a:p>
        </p:txBody>
      </p:sp>
      <p:sp>
        <p:nvSpPr>
          <p:cNvPr id="147" name="Google Shape;147;p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Formats can be digital or hard copy, written, visual or verbal, and may be gathered in notebooks, portfolios, folders, blogs, social media feeds or voice memos.</a:t>
            </a:r>
            <a:endParaRPr/>
          </a:p>
          <a:p>
            <a:pPr indent="0" lvl="0" marL="0" rtl="0" algn="l">
              <a:lnSpc>
                <a:spcPct val="100000"/>
              </a:lnSpc>
              <a:spcBef>
                <a:spcPts val="0"/>
              </a:spcBef>
              <a:spcAft>
                <a:spcPts val="0"/>
              </a:spcAft>
              <a:buSzPts val="1400"/>
              <a:buNone/>
            </a:pPr>
            <a:r>
              <a:rPr lang="en-US"/>
              <a:t>Please refer to the MYP </a:t>
            </a:r>
            <a:r>
              <a:rPr i="1" lang="en-US"/>
              <a:t>Personal project guide</a:t>
            </a:r>
            <a:r>
              <a:rPr i="0" lang="en-US"/>
              <a:t> </a:t>
            </a:r>
            <a:r>
              <a:rPr lang="en-US"/>
              <a:t>for more details.</a:t>
            </a:r>
            <a:endParaRPr/>
          </a:p>
        </p:txBody>
      </p:sp>
      <p:sp>
        <p:nvSpPr>
          <p:cNvPr id="154" name="Google Shape;15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b="0" i="0" lang="en-US" sz="1800" u="none" strike="noStrike">
                <a:latin typeface="Open Sans"/>
                <a:ea typeface="Open Sans"/>
                <a:cs typeface="Open Sans"/>
                <a:sym typeface="Open Sans"/>
              </a:rPr>
              <a:t>Examples of supporting evidence could include:</a:t>
            </a:r>
            <a:endParaRPr b="0" i="0" sz="1800" u="none" strike="noStrike">
              <a:latin typeface="Open Sans"/>
              <a:ea typeface="Open Sans"/>
              <a:cs typeface="Open Sans"/>
              <a:sym typeface="Open Sans"/>
            </a:endParaRPr>
          </a:p>
          <a:p>
            <a:pPr indent="-228600" lvl="0" marL="457200" rtl="0" algn="l">
              <a:lnSpc>
                <a:spcPct val="100000"/>
              </a:lnSpc>
              <a:spcBef>
                <a:spcPts val="0"/>
              </a:spcBef>
              <a:spcAft>
                <a:spcPts val="0"/>
              </a:spcAft>
              <a:buSzPts val="1400"/>
              <a:buNone/>
            </a:pPr>
            <a:r>
              <a:rPr b="0" i="0" lang="en-US" sz="1800" u="none" strike="noStrike">
                <a:latin typeface="Open Sans"/>
                <a:ea typeface="Open Sans"/>
                <a:cs typeface="Open Sans"/>
                <a:sym typeface="Open Sans"/>
              </a:rPr>
              <a:t>• a series of inquiry questions (research skills)</a:t>
            </a:r>
            <a:endParaRPr/>
          </a:p>
          <a:p>
            <a:pPr indent="-228600" lvl="0" marL="457200" rtl="0" algn="l">
              <a:lnSpc>
                <a:spcPct val="100000"/>
              </a:lnSpc>
              <a:spcBef>
                <a:spcPts val="0"/>
              </a:spcBef>
              <a:spcAft>
                <a:spcPts val="0"/>
              </a:spcAft>
              <a:buSzPts val="1400"/>
              <a:buNone/>
            </a:pPr>
            <a:r>
              <a:rPr b="0" i="0" lang="en-US" sz="1800" u="none" strike="noStrike">
                <a:latin typeface="Open Sans"/>
                <a:ea typeface="Open Sans"/>
                <a:cs typeface="Open Sans"/>
                <a:sym typeface="Open Sans"/>
              </a:rPr>
              <a:t>• sample correspondence with the project supervisor (communication skills)</a:t>
            </a:r>
            <a:endParaRPr/>
          </a:p>
          <a:p>
            <a:pPr indent="-228600" lvl="0" marL="457200" rtl="0" algn="l">
              <a:lnSpc>
                <a:spcPct val="100000"/>
              </a:lnSpc>
              <a:spcBef>
                <a:spcPts val="0"/>
              </a:spcBef>
              <a:spcAft>
                <a:spcPts val="0"/>
              </a:spcAft>
              <a:buSzPts val="1400"/>
              <a:buNone/>
            </a:pPr>
            <a:r>
              <a:rPr b="0" i="0" lang="en-US" sz="1800" u="none" strike="noStrike">
                <a:latin typeface="Open Sans"/>
                <a:ea typeface="Open Sans"/>
                <a:cs typeface="Open Sans"/>
                <a:sym typeface="Open Sans"/>
              </a:rPr>
              <a:t>• screenshots of daily reminders or alerts to complete personal project tasks (self-management skills)</a:t>
            </a:r>
            <a:endParaRPr b="0" i="0" sz="1800" u="none" strike="noStrike">
              <a:latin typeface="Open Sans"/>
              <a:ea typeface="Open Sans"/>
              <a:cs typeface="Open Sans"/>
              <a:sym typeface="Open Sans"/>
            </a:endParaRPr>
          </a:p>
          <a:p>
            <a:pPr indent="-228600" lvl="0" marL="457200" rtl="0" algn="l">
              <a:lnSpc>
                <a:spcPct val="100000"/>
              </a:lnSpc>
              <a:spcBef>
                <a:spcPts val="0"/>
              </a:spcBef>
              <a:spcAft>
                <a:spcPts val="0"/>
              </a:spcAft>
              <a:buSzPts val="1400"/>
              <a:buNone/>
            </a:pPr>
            <a:r>
              <a:rPr b="0" i="0" lang="en-US" sz="1800" u="none" strike="noStrike">
                <a:latin typeface="Open Sans"/>
                <a:ea typeface="Open Sans"/>
                <a:cs typeface="Open Sans"/>
                <a:sym typeface="Open Sans"/>
              </a:rPr>
              <a:t>• reflections about resolving a conflict (social skills)</a:t>
            </a:r>
            <a:endParaRPr/>
          </a:p>
          <a:p>
            <a:pPr indent="-228600" lvl="0" marL="457200" rtl="0" algn="l">
              <a:lnSpc>
                <a:spcPct val="100000"/>
              </a:lnSpc>
              <a:spcBef>
                <a:spcPts val="0"/>
              </a:spcBef>
              <a:spcAft>
                <a:spcPts val="0"/>
              </a:spcAft>
              <a:buSzPts val="1400"/>
              <a:buNone/>
            </a:pPr>
            <a:r>
              <a:rPr b="0" i="0" lang="en-US" sz="1800" u="none" strike="noStrike">
                <a:latin typeface="Open Sans"/>
                <a:ea typeface="Open Sans"/>
                <a:cs typeface="Open Sans"/>
                <a:sym typeface="Open Sans"/>
              </a:rPr>
              <a:t>• a summary of prior learning that is relevant to the project (thinking skills).</a:t>
            </a:r>
            <a:endParaRPr/>
          </a:p>
        </p:txBody>
      </p:sp>
      <p:sp>
        <p:nvSpPr>
          <p:cNvPr id="172" name="Google Shape;17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At the end of the personal project, you will submit a report with a section about this phase of the project.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95" name="Google Shape;195;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a good report, every description of how an ATL skill was applied will include an example or evidence.</a:t>
            </a:r>
            <a:endParaRPr/>
          </a:p>
          <a:p>
            <a:pPr indent="0" lvl="0" marL="0" rtl="0" algn="l">
              <a:lnSpc>
                <a:spcPct val="100000"/>
              </a:lnSpc>
              <a:spcBef>
                <a:spcPts val="0"/>
              </a:spcBef>
              <a:spcAft>
                <a:spcPts val="0"/>
              </a:spcAft>
              <a:buSzPts val="1400"/>
              <a:buNone/>
            </a:pPr>
            <a:r>
              <a:rPr lang="en-US"/>
              <a:t>Every explanation of why the ATL skill helped in achieving the goals will also include an example or evidence to substantiate the explanation.</a:t>
            </a:r>
            <a:endParaRPr/>
          </a:p>
          <a:p>
            <a:pPr indent="0" lvl="0" marL="0" rtl="0" algn="l">
              <a:lnSpc>
                <a:spcPct val="100000"/>
              </a:lnSpc>
              <a:spcBef>
                <a:spcPts val="0"/>
              </a:spcBef>
              <a:spcAft>
                <a:spcPts val="0"/>
              </a:spcAft>
              <a:buSzPts val="1400"/>
              <a:buNone/>
            </a:pPr>
            <a:r>
              <a:rPr lang="en-US"/>
              <a:t>Evidence is crucial and can be photographs, screenshots or text directly copied and properly referenced.</a:t>
            </a:r>
            <a:endParaRPr/>
          </a:p>
          <a:p>
            <a:pPr indent="0" lvl="0" marL="0" rtl="0" algn="l">
              <a:lnSpc>
                <a:spcPct val="100000"/>
              </a:lnSpc>
              <a:spcBef>
                <a:spcPts val="0"/>
              </a:spcBef>
              <a:spcAft>
                <a:spcPts val="0"/>
              </a:spcAft>
              <a:buSzPts val="1400"/>
              <a:buNone/>
            </a:pPr>
            <a:r>
              <a:rPr lang="en-US"/>
              <a:t>Also remember that “less is more”. You should report only on one ATL for the learning goal and one for the product goal.</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01" name="Google Shape;20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It is not enough to state or outline which ATL skill(s) was applied. You also have to describe and explain </a:t>
            </a:r>
            <a:r>
              <a:rPr b="1" lang="en-US"/>
              <a:t>how</a:t>
            </a:r>
            <a:r>
              <a:rPr lang="en-US"/>
              <a:t> they were applied. </a:t>
            </a:r>
            <a:endParaRPr/>
          </a:p>
          <a:p>
            <a:pPr indent="-228600" lvl="0" marL="457200" marR="0" rtl="0" algn="l">
              <a:lnSpc>
                <a:spcPct val="100000"/>
              </a:lnSpc>
              <a:spcBef>
                <a:spcPts val="0"/>
              </a:spcBef>
              <a:spcAft>
                <a:spcPts val="0"/>
              </a:spcAft>
              <a:buSzPts val="1400"/>
              <a:buNone/>
            </a:pPr>
            <a:r>
              <a:rPr lang="en-US"/>
              <a:t>For higher achievement levels, you need to describe the link between the ATL skill and your learning goal or product, but also give reasons why this helped you to achieve the specific learning goal or product.</a:t>
            </a:r>
            <a:endParaRPr/>
          </a:p>
          <a:p>
            <a:pPr indent="-228600" lvl="0" marL="457200" marR="0" rtl="0" algn="l">
              <a:lnSpc>
                <a:spcPct val="100000"/>
              </a:lnSpc>
              <a:spcBef>
                <a:spcPts val="0"/>
              </a:spcBef>
              <a:spcAft>
                <a:spcPts val="0"/>
              </a:spcAft>
              <a:buSzPts val="1400"/>
              <a:buNone/>
            </a:pPr>
            <a:r>
              <a:rPr lang="en-US"/>
              <a:t>Each such description or explanation needs to be substantiated with examples or evidence. This needs to be included in the main part of your report.</a:t>
            </a:r>
            <a:endParaRPr/>
          </a:p>
        </p:txBody>
      </p:sp>
      <p:sp>
        <p:nvSpPr>
          <p:cNvPr id="209" name="Google Shape;20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Examples of supporting evidence could include:</a:t>
            </a:r>
            <a:endParaRPr/>
          </a:p>
          <a:p>
            <a:pPr indent="0" lvl="0" marL="0" rtl="0" algn="l">
              <a:lnSpc>
                <a:spcPct val="100000"/>
              </a:lnSpc>
              <a:spcBef>
                <a:spcPts val="0"/>
              </a:spcBef>
              <a:spcAft>
                <a:spcPts val="0"/>
              </a:spcAft>
              <a:buSzPts val="1400"/>
              <a:buNone/>
            </a:pPr>
            <a:r>
              <a:t/>
            </a:r>
            <a:endParaRPr/>
          </a:p>
          <a:p>
            <a:pPr indent="-233680" lvl="0" marL="233680" rtl="0" algn="l">
              <a:lnSpc>
                <a:spcPct val="100000"/>
              </a:lnSpc>
              <a:spcBef>
                <a:spcPts val="0"/>
              </a:spcBef>
              <a:spcAft>
                <a:spcPts val="0"/>
              </a:spcAft>
              <a:buSzPts val="1400"/>
              <a:buFont typeface="Arial"/>
              <a:buChar char="•"/>
            </a:pPr>
            <a:r>
              <a:rPr lang="en-US"/>
              <a:t>a series of inquiry questions (research skills)</a:t>
            </a:r>
            <a:endParaRPr/>
          </a:p>
          <a:p>
            <a:pPr indent="-233680" lvl="0" marL="233680" rtl="0" algn="l">
              <a:lnSpc>
                <a:spcPct val="100000"/>
              </a:lnSpc>
              <a:spcBef>
                <a:spcPts val="0"/>
              </a:spcBef>
              <a:spcAft>
                <a:spcPts val="0"/>
              </a:spcAft>
              <a:buSzPts val="1400"/>
              <a:buFont typeface="Arial"/>
              <a:buChar char="•"/>
            </a:pPr>
            <a:r>
              <a:rPr lang="en-US"/>
              <a:t>sample correspondence with the project supervisor (communication skills)</a:t>
            </a:r>
            <a:endParaRPr/>
          </a:p>
          <a:p>
            <a:pPr indent="-233680" lvl="0" marL="233680" rtl="0" algn="l">
              <a:lnSpc>
                <a:spcPct val="100000"/>
              </a:lnSpc>
              <a:spcBef>
                <a:spcPts val="0"/>
              </a:spcBef>
              <a:spcAft>
                <a:spcPts val="0"/>
              </a:spcAft>
              <a:buSzPts val="1400"/>
              <a:buFont typeface="Arial"/>
              <a:buChar char="•"/>
            </a:pPr>
            <a:r>
              <a:rPr lang="en-US"/>
              <a:t>screenshots of daily reminders or alerts to complete personal project tasks (self-management)</a:t>
            </a:r>
            <a:endParaRPr/>
          </a:p>
          <a:p>
            <a:pPr indent="-233680" lvl="0" marL="233680" rtl="0" algn="l">
              <a:lnSpc>
                <a:spcPct val="100000"/>
              </a:lnSpc>
              <a:spcBef>
                <a:spcPts val="0"/>
              </a:spcBef>
              <a:spcAft>
                <a:spcPts val="0"/>
              </a:spcAft>
              <a:buSzPts val="1400"/>
              <a:buFont typeface="Arial"/>
              <a:buChar char="•"/>
            </a:pPr>
            <a:r>
              <a:rPr lang="en-US"/>
              <a:t>reflections about resolving a conflict (social skills)</a:t>
            </a:r>
            <a:endParaRPr/>
          </a:p>
          <a:p>
            <a:pPr indent="-233680" lvl="0" marL="233680" rtl="0" algn="l">
              <a:lnSpc>
                <a:spcPct val="100000"/>
              </a:lnSpc>
              <a:spcBef>
                <a:spcPts val="0"/>
              </a:spcBef>
              <a:spcAft>
                <a:spcPts val="0"/>
              </a:spcAft>
              <a:buSzPts val="1400"/>
              <a:buFont typeface="Arial"/>
              <a:buChar char="•"/>
            </a:pPr>
            <a:r>
              <a:rPr lang="en-US"/>
              <a:t>A summary of prior learning that is relevant to the project (thinking skills).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These are just a few possibilities. </a:t>
            </a:r>
            <a:endParaRPr/>
          </a:p>
          <a:p>
            <a:pPr indent="0" lvl="0" marL="0" rtl="0" algn="l">
              <a:lnSpc>
                <a:spcPct val="100000"/>
              </a:lnSpc>
              <a:spcBef>
                <a:spcPts val="0"/>
              </a:spcBef>
              <a:spcAft>
                <a:spcPts val="0"/>
              </a:spcAft>
              <a:buSzPts val="1400"/>
              <a:buNone/>
            </a:pPr>
            <a:r>
              <a:rPr lang="en-US"/>
              <a:t>The ATL toolkit is full of inspiration on how to create pieces of evidence.</a:t>
            </a:r>
            <a:endParaRPr/>
          </a:p>
          <a:p>
            <a:pPr indent="0" lvl="0" marL="0" rtl="0" algn="l">
              <a:lnSpc>
                <a:spcPct val="100000"/>
              </a:lnSpc>
              <a:spcBef>
                <a:spcPts val="0"/>
              </a:spcBef>
              <a:spcAft>
                <a:spcPts val="0"/>
              </a:spcAft>
              <a:buSzPts val="1400"/>
              <a:buNone/>
            </a:pPr>
            <a:r>
              <a:rPr lang="en-US"/>
              <a:t>It comprises a wide range of tools for every ATL skill category, such as templates for mind maps, interviews, research tables, methods for collecting feedback and evaluating the product, and more.</a:t>
            </a:r>
            <a:endParaRPr/>
          </a:p>
        </p:txBody>
      </p:sp>
      <p:sp>
        <p:nvSpPr>
          <p:cNvPr id="238" name="Google Shape;23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In the report, you need to be very clear about whether you are addressing ATL skill(s) that helped achieve the learning goal or the product goal. </a:t>
            </a:r>
            <a:endParaRPr/>
          </a:p>
          <a:p>
            <a:pPr indent="-228600" lvl="0" marL="457200" marR="0" rtl="0" algn="l">
              <a:lnSpc>
                <a:spcPct val="100000"/>
              </a:lnSpc>
              <a:spcBef>
                <a:spcPts val="0"/>
              </a:spcBef>
              <a:spcAft>
                <a:spcPts val="0"/>
              </a:spcAft>
              <a:buSzPts val="1400"/>
              <a:buNone/>
            </a:pPr>
            <a:r>
              <a:rPr lang="en-US"/>
              <a:t>You need to address both of these in your report. When writing Bi [click] and Bii [click], your use of these ATL skills must be clearly addressed for each. </a:t>
            </a:r>
            <a:endParaRPr/>
          </a:p>
          <a:p>
            <a:pPr indent="-228600" lvl="0" marL="457200" marR="0" rtl="0" algn="l">
              <a:lnSpc>
                <a:spcPct val="100000"/>
              </a:lnSpc>
              <a:spcBef>
                <a:spcPts val="0"/>
              </a:spcBef>
              <a:spcAft>
                <a:spcPts val="0"/>
              </a:spcAft>
              <a:buSzPts val="1400"/>
              <a:buNone/>
            </a:pPr>
            <a:r>
              <a:rPr lang="en-US"/>
              <a:t>You are advised to label the different ATL skills used for the different goals: for example, by mentioning them in headings in the different sections of the report.</a:t>
            </a:r>
            <a:endParaRPr/>
          </a:p>
        </p:txBody>
      </p:sp>
      <p:sp>
        <p:nvSpPr>
          <p:cNvPr id="245" name="Google Shape;24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9" name="Google Shape;25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You can use this list to develop Criterion B of your report and check whether you have included everything.</a:t>
            </a:r>
            <a:endParaRPr/>
          </a:p>
        </p:txBody>
      </p:sp>
      <p:sp>
        <p:nvSpPr>
          <p:cNvPr id="260" name="Google Shape;260;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Blue" showMasterSp="0" type="title">
  <p:cSld name="TITLE">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26"/>
          <p:cNvSpPr txBox="1"/>
          <p:nvPr>
            <p:ph type="ctrTitle"/>
          </p:nvPr>
        </p:nvSpPr>
        <p:spPr>
          <a:xfrm>
            <a:off x="756000" y="1368000"/>
            <a:ext cx="7884000" cy="20520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5000"/>
              <a:buFont typeface="Open Sans"/>
              <a:buNone/>
              <a:defRPr sz="5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6"/>
          <p:cNvSpPr txBox="1"/>
          <p:nvPr>
            <p:ph idx="1" type="subTitle"/>
          </p:nvPr>
        </p:nvSpPr>
        <p:spPr>
          <a:xfrm>
            <a:off x="755650" y="3600000"/>
            <a:ext cx="7884350" cy="1655762"/>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400"/>
              <a:buNone/>
              <a:defRPr sz="2400">
                <a:solidFill>
                  <a:schemeClr val="accent2"/>
                </a:solidFill>
              </a:defRPr>
            </a:lvl1pPr>
            <a:lvl2pPr lvl="1" algn="ctr">
              <a:lnSpc>
                <a:spcPct val="100000"/>
              </a:lnSpc>
              <a:spcBef>
                <a:spcPts val="0"/>
              </a:spcBef>
              <a:spcAft>
                <a:spcPts val="0"/>
              </a:spcAft>
              <a:buClr>
                <a:schemeClr val="dk2"/>
              </a:buClr>
              <a:buSzPts val="2000"/>
              <a:buNone/>
              <a:defRPr sz="2000"/>
            </a:lvl2pPr>
            <a:lvl3pPr lvl="2" algn="ctr">
              <a:lnSpc>
                <a:spcPct val="100000"/>
              </a:lnSpc>
              <a:spcBef>
                <a:spcPts val="0"/>
              </a:spcBef>
              <a:spcAft>
                <a:spcPts val="0"/>
              </a:spcAft>
              <a:buClr>
                <a:schemeClr val="dk2"/>
              </a:buClr>
              <a:buSzPts val="1800"/>
              <a:buNone/>
              <a:defRPr sz="1800"/>
            </a:lvl3pPr>
            <a:lvl4pPr lvl="3" algn="ctr">
              <a:lnSpc>
                <a:spcPct val="100000"/>
              </a:lnSpc>
              <a:spcBef>
                <a:spcPts val="0"/>
              </a:spcBef>
              <a:spcAft>
                <a:spcPts val="0"/>
              </a:spcAft>
              <a:buClr>
                <a:schemeClr val="dk2"/>
              </a:buClr>
              <a:buSzPts val="1600"/>
              <a:buNone/>
              <a:defRPr sz="1600"/>
            </a:lvl4pPr>
            <a:lvl5pPr lvl="4" algn="ctr">
              <a:lnSpc>
                <a:spcPct val="100000"/>
              </a:lnSpc>
              <a:spcBef>
                <a:spcPts val="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26"/>
          <p:cNvSpPr txBox="1"/>
          <p:nvPr/>
        </p:nvSpPr>
        <p:spPr>
          <a:xfrm>
            <a:off x="5004000" y="6516000"/>
            <a:ext cx="2439538" cy="11663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700"/>
              <a:buFont typeface="Arial"/>
              <a:buNone/>
            </a:pPr>
            <a:r>
              <a:rPr b="0" i="0" lang="en-US" sz="700" u="none" cap="none" strike="noStrike">
                <a:solidFill>
                  <a:schemeClr val="lt1"/>
                </a:solidFill>
                <a:latin typeface="Arial"/>
                <a:ea typeface="Arial"/>
                <a:cs typeface="Arial"/>
                <a:sym typeface="Arial"/>
              </a:rPr>
              <a:t>© International Baccalaureate Organization 2022 </a:t>
            </a:r>
            <a:endParaRPr b="0" i="0" sz="1400" u="none" cap="none" strike="noStrike">
              <a:solidFill>
                <a:srgbClr val="000000"/>
              </a:solidFill>
              <a:latin typeface="Arial"/>
              <a:ea typeface="Arial"/>
              <a:cs typeface="Arial"/>
              <a:sym typeface="Arial"/>
            </a:endParaRPr>
          </a:p>
        </p:txBody>
      </p:sp>
      <p:sp>
        <p:nvSpPr>
          <p:cNvPr id="17" name="Google Shape;17;p26"/>
          <p:cNvSpPr txBox="1"/>
          <p:nvPr/>
        </p:nvSpPr>
        <p:spPr>
          <a:xfrm>
            <a:off x="5004000" y="6660000"/>
            <a:ext cx="3849700" cy="1077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Arial"/>
                <a:ea typeface="Arial"/>
                <a:cs typeface="Arial"/>
                <a:sym typeface="Arial"/>
              </a:rPr>
              <a:t>International Baccalaureate</a:t>
            </a:r>
            <a:r>
              <a:rPr b="0" baseline="30000" i="0" lang="en-US" sz="700" u="none" cap="none" strike="noStrike">
                <a:solidFill>
                  <a:schemeClr val="lt1"/>
                </a:solidFill>
                <a:latin typeface="Arial"/>
                <a:ea typeface="Arial"/>
                <a:cs typeface="Arial"/>
                <a:sym typeface="Arial"/>
              </a:rPr>
              <a:t>®</a:t>
            </a:r>
            <a:r>
              <a:rPr b="0" i="0" lang="en-US" sz="700" u="none" cap="none" strike="noStrike">
                <a:solidFill>
                  <a:schemeClr val="lt1"/>
                </a:solidFill>
                <a:latin typeface="Arial"/>
                <a:ea typeface="Arial"/>
                <a:cs typeface="Arial"/>
                <a:sym typeface="Arial"/>
              </a:rPr>
              <a:t> | Baccalauréat International</a:t>
            </a:r>
            <a:r>
              <a:rPr b="0" baseline="30000" i="0" lang="en-US" sz="700" u="none" cap="none" strike="noStrike">
                <a:solidFill>
                  <a:schemeClr val="lt1"/>
                </a:solidFill>
                <a:latin typeface="Arial"/>
                <a:ea typeface="Arial"/>
                <a:cs typeface="Arial"/>
                <a:sym typeface="Arial"/>
              </a:rPr>
              <a:t>®</a:t>
            </a:r>
            <a:r>
              <a:rPr b="0" i="0" lang="en-US" sz="700" u="none" cap="none" strike="noStrike">
                <a:solidFill>
                  <a:schemeClr val="lt1"/>
                </a:solidFill>
                <a:latin typeface="Arial"/>
                <a:ea typeface="Arial"/>
                <a:cs typeface="Arial"/>
                <a:sym typeface="Arial"/>
              </a:rPr>
              <a:t> | Bachillerato Internacional</a:t>
            </a:r>
            <a:r>
              <a:rPr b="0" baseline="30000" i="0" lang="en-US" sz="700" u="none" cap="none" strike="noStrike">
                <a:solidFill>
                  <a:schemeClr val="l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orient="horz" pos="2160">
          <p15:clr>
            <a:srgbClr val="FBAE40"/>
          </p15:clr>
        </p15:guide>
        <p15:guide id="2" pos="546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 name="Shape 18"/>
        <p:cNvGrpSpPr/>
        <p:nvPr/>
      </p:nvGrpSpPr>
      <p:grpSpPr>
        <a:xfrm>
          <a:off x="0" y="0"/>
          <a:ext cx="0" cy="0"/>
          <a:chOff x="0" y="0"/>
          <a:chExt cx="0" cy="0"/>
        </a:xfrm>
      </p:grpSpPr>
      <p:sp>
        <p:nvSpPr>
          <p:cNvPr id="19" name="Google Shape;19;p27"/>
          <p:cNvSpPr txBox="1"/>
          <p:nvPr>
            <p:ph type="title"/>
          </p:nvPr>
        </p:nvSpPr>
        <p:spPr>
          <a:xfrm>
            <a:off x="756000" y="324000"/>
            <a:ext cx="7884000" cy="925792"/>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28"/>
          <p:cNvSpPr txBox="1"/>
          <p:nvPr>
            <p:ph type="title"/>
          </p:nvPr>
        </p:nvSpPr>
        <p:spPr>
          <a:xfrm>
            <a:off x="756000" y="324000"/>
            <a:ext cx="7884000" cy="925792"/>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8"/>
          <p:cNvSpPr txBox="1"/>
          <p:nvPr>
            <p:ph idx="1" type="body"/>
          </p:nvPr>
        </p:nvSpPr>
        <p:spPr>
          <a:xfrm>
            <a:off x="756000" y="1440000"/>
            <a:ext cx="7884000" cy="4464000"/>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Clr>
                <a:schemeClr val="dk2"/>
              </a:buClr>
              <a:buSzPts val="1800"/>
              <a:buChar char="•"/>
              <a:defRPr/>
            </a:lvl1pPr>
            <a:lvl2pPr indent="-342900" lvl="1" marL="914400" algn="l">
              <a:lnSpc>
                <a:spcPct val="100000"/>
              </a:lnSpc>
              <a:spcBef>
                <a:spcPts val="0"/>
              </a:spcBef>
              <a:spcAft>
                <a:spcPts val="0"/>
              </a:spcAft>
              <a:buClr>
                <a:schemeClr val="dk2"/>
              </a:buClr>
              <a:buSzPts val="1800"/>
              <a:buChar char="•"/>
              <a:defRPr/>
            </a:lvl2pPr>
            <a:lvl3pPr indent="-342900" lvl="2" marL="1371600" algn="l">
              <a:lnSpc>
                <a:spcPct val="100000"/>
              </a:lnSpc>
              <a:spcBef>
                <a:spcPts val="0"/>
              </a:spcBef>
              <a:spcAft>
                <a:spcPts val="0"/>
              </a:spcAft>
              <a:buClr>
                <a:schemeClr val="dk2"/>
              </a:buClr>
              <a:buSzPts val="1800"/>
              <a:buChar char="•"/>
              <a:defRPr/>
            </a:lvl3pPr>
            <a:lvl4pPr indent="-342900" lvl="3" marL="1828800" algn="l">
              <a:lnSpc>
                <a:spcPct val="100000"/>
              </a:lnSpc>
              <a:spcBef>
                <a:spcPts val="0"/>
              </a:spcBef>
              <a:spcAft>
                <a:spcPts val="0"/>
              </a:spcAft>
              <a:buClr>
                <a:schemeClr val="dk2"/>
              </a:buClr>
              <a:buSzPts val="1800"/>
              <a:buChar char="•"/>
              <a:defRPr/>
            </a:lvl4pPr>
            <a:lvl5pPr indent="-342900" lvl="4" marL="2286000" algn="l">
              <a:lnSpc>
                <a:spcPct val="100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hite" showMasterSp="0">
  <p:cSld name="Title Slide White">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29"/>
          <p:cNvSpPr txBox="1"/>
          <p:nvPr>
            <p:ph type="ctrTitle"/>
          </p:nvPr>
        </p:nvSpPr>
        <p:spPr>
          <a:xfrm>
            <a:off x="756000" y="1367758"/>
            <a:ext cx="7884000" cy="20520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accent2"/>
              </a:buClr>
              <a:buSzPts val="5000"/>
              <a:buFont typeface="Open Sans"/>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p:nvPr>
            <p:ph idx="1" type="subTitle"/>
          </p:nvPr>
        </p:nvSpPr>
        <p:spPr>
          <a:xfrm>
            <a:off x="755650" y="3600000"/>
            <a:ext cx="7884350" cy="1655762"/>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dk2"/>
              </a:buClr>
              <a:buSzPts val="2400"/>
              <a:buNone/>
              <a:defRPr sz="2400"/>
            </a:lvl1pPr>
            <a:lvl2pPr lvl="1" algn="ctr">
              <a:lnSpc>
                <a:spcPct val="100000"/>
              </a:lnSpc>
              <a:spcBef>
                <a:spcPts val="0"/>
              </a:spcBef>
              <a:spcAft>
                <a:spcPts val="0"/>
              </a:spcAft>
              <a:buClr>
                <a:schemeClr val="dk2"/>
              </a:buClr>
              <a:buSzPts val="2000"/>
              <a:buNone/>
              <a:defRPr sz="2000"/>
            </a:lvl2pPr>
            <a:lvl3pPr lvl="2" algn="ctr">
              <a:lnSpc>
                <a:spcPct val="100000"/>
              </a:lnSpc>
              <a:spcBef>
                <a:spcPts val="0"/>
              </a:spcBef>
              <a:spcAft>
                <a:spcPts val="0"/>
              </a:spcAft>
              <a:buClr>
                <a:schemeClr val="dk2"/>
              </a:buClr>
              <a:buSzPts val="1800"/>
              <a:buNone/>
              <a:defRPr sz="1800"/>
            </a:lvl3pPr>
            <a:lvl4pPr lvl="3" algn="ctr">
              <a:lnSpc>
                <a:spcPct val="100000"/>
              </a:lnSpc>
              <a:spcBef>
                <a:spcPts val="0"/>
              </a:spcBef>
              <a:spcAft>
                <a:spcPts val="0"/>
              </a:spcAft>
              <a:buClr>
                <a:schemeClr val="dk2"/>
              </a:buClr>
              <a:buSzPts val="1600"/>
              <a:buNone/>
              <a:defRPr sz="1600"/>
            </a:lvl4pPr>
            <a:lvl5pPr lvl="4" algn="ctr">
              <a:lnSpc>
                <a:spcPct val="100000"/>
              </a:lnSpc>
              <a:spcBef>
                <a:spcPts val="0"/>
              </a:spcBef>
              <a:spcAft>
                <a:spcPts val="0"/>
              </a:spcAft>
              <a:buClr>
                <a:schemeClr val="dk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 name="Google Shape;26;p29"/>
          <p:cNvSpPr txBox="1"/>
          <p:nvPr/>
        </p:nvSpPr>
        <p:spPr>
          <a:xfrm>
            <a:off x="5004000" y="6516000"/>
            <a:ext cx="2439538" cy="11663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700"/>
              <a:buFont typeface="Arial"/>
              <a:buNone/>
            </a:pPr>
            <a:r>
              <a:rPr b="0" i="0" lang="en-US" sz="700" u="none" cap="none" strike="noStrike">
                <a:solidFill>
                  <a:schemeClr val="lt1"/>
                </a:solidFill>
                <a:latin typeface="Arial"/>
                <a:ea typeface="Arial"/>
                <a:cs typeface="Arial"/>
                <a:sym typeface="Arial"/>
              </a:rPr>
              <a:t>© International Baccalaureate Organization 2022 </a:t>
            </a:r>
            <a:endParaRPr b="0" i="0" sz="1400" u="none" cap="none" strike="noStrike">
              <a:solidFill>
                <a:srgbClr val="000000"/>
              </a:solidFill>
              <a:latin typeface="Arial"/>
              <a:ea typeface="Arial"/>
              <a:cs typeface="Arial"/>
              <a:sym typeface="Arial"/>
            </a:endParaRPr>
          </a:p>
        </p:txBody>
      </p:sp>
      <p:sp>
        <p:nvSpPr>
          <p:cNvPr id="27" name="Google Shape;27;p29"/>
          <p:cNvSpPr txBox="1"/>
          <p:nvPr/>
        </p:nvSpPr>
        <p:spPr>
          <a:xfrm>
            <a:off x="5004000" y="6660000"/>
            <a:ext cx="3849700" cy="1077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Arial"/>
                <a:ea typeface="Arial"/>
                <a:cs typeface="Arial"/>
                <a:sym typeface="Arial"/>
              </a:rPr>
              <a:t>International Baccalaureate</a:t>
            </a:r>
            <a:r>
              <a:rPr b="0" baseline="30000" i="0" lang="en-US" sz="700" u="none" cap="none" strike="noStrike">
                <a:solidFill>
                  <a:schemeClr val="lt1"/>
                </a:solidFill>
                <a:latin typeface="Arial"/>
                <a:ea typeface="Arial"/>
                <a:cs typeface="Arial"/>
                <a:sym typeface="Arial"/>
              </a:rPr>
              <a:t>®</a:t>
            </a:r>
            <a:r>
              <a:rPr b="0" i="0" lang="en-US" sz="700" u="none" cap="none" strike="noStrike">
                <a:solidFill>
                  <a:schemeClr val="lt1"/>
                </a:solidFill>
                <a:latin typeface="Arial"/>
                <a:ea typeface="Arial"/>
                <a:cs typeface="Arial"/>
                <a:sym typeface="Arial"/>
              </a:rPr>
              <a:t> | Baccalauréat International</a:t>
            </a:r>
            <a:r>
              <a:rPr b="0" baseline="30000" i="0" lang="en-US" sz="700" u="none" cap="none" strike="noStrike">
                <a:solidFill>
                  <a:schemeClr val="lt1"/>
                </a:solidFill>
                <a:latin typeface="Arial"/>
                <a:ea typeface="Arial"/>
                <a:cs typeface="Arial"/>
                <a:sym typeface="Arial"/>
              </a:rPr>
              <a:t>®</a:t>
            </a:r>
            <a:r>
              <a:rPr b="0" i="0" lang="en-US" sz="700" u="none" cap="none" strike="noStrike">
                <a:solidFill>
                  <a:schemeClr val="lt1"/>
                </a:solidFill>
                <a:latin typeface="Arial"/>
                <a:ea typeface="Arial"/>
                <a:cs typeface="Arial"/>
                <a:sym typeface="Arial"/>
              </a:rPr>
              <a:t> | Bachillerato Internacional</a:t>
            </a:r>
            <a:r>
              <a:rPr b="0" baseline="30000" i="0" lang="en-US" sz="700" u="none" cap="none" strike="noStrike">
                <a:solidFill>
                  <a:schemeClr val="l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orient="horz" pos="2160">
          <p15:clr>
            <a:srgbClr val="FBAE40"/>
          </p15:clr>
        </p15:guide>
        <p15:guide id="2" pos="546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B Title Slide" showMasterSp="0">
  <p:cSld name="IB Title Slide">
    <p:bg>
      <p:bgPr>
        <a:blipFill>
          <a:blip r:embed="rId2">
            <a:alphaModFix/>
          </a:blip>
          <a:stretch>
            <a:fillRect/>
          </a:stretch>
        </a:blipFill>
      </p:bgPr>
    </p:bg>
    <p:spTree>
      <p:nvGrpSpPr>
        <p:cNvPr id="28" name="Shape 28"/>
        <p:cNvGrpSpPr/>
        <p:nvPr/>
      </p:nvGrpSpPr>
      <p:grpSpPr>
        <a:xfrm>
          <a:off x="0" y="0"/>
          <a:ext cx="0" cy="0"/>
          <a:chOff x="0" y="0"/>
          <a:chExt cx="0" cy="0"/>
        </a:xfrm>
      </p:grpSpPr>
      <p:sp>
        <p:nvSpPr>
          <p:cNvPr id="29" name="Google Shape;29;p25"/>
          <p:cNvSpPr txBox="1"/>
          <p:nvPr/>
        </p:nvSpPr>
        <p:spPr>
          <a:xfrm>
            <a:off x="5004000" y="6516000"/>
            <a:ext cx="2439538" cy="11663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700"/>
              <a:buFont typeface="Arial"/>
              <a:buNone/>
            </a:pPr>
            <a:r>
              <a:rPr b="0" i="0" lang="en-US" sz="700" u="none" cap="none" strike="noStrike">
                <a:solidFill>
                  <a:schemeClr val="lt1"/>
                </a:solidFill>
                <a:latin typeface="Arial"/>
                <a:ea typeface="Arial"/>
                <a:cs typeface="Arial"/>
                <a:sym typeface="Arial"/>
              </a:rPr>
              <a:t>© International Baccalaureate Organization 2022 </a:t>
            </a:r>
            <a:endParaRPr b="0" i="0" sz="1400" u="none" cap="none" strike="noStrike">
              <a:solidFill>
                <a:srgbClr val="000000"/>
              </a:solidFill>
              <a:latin typeface="Arial"/>
              <a:ea typeface="Arial"/>
              <a:cs typeface="Arial"/>
              <a:sym typeface="Arial"/>
            </a:endParaRPr>
          </a:p>
        </p:txBody>
      </p:sp>
      <p:sp>
        <p:nvSpPr>
          <p:cNvPr id="30" name="Google Shape;30;p25"/>
          <p:cNvSpPr txBox="1"/>
          <p:nvPr/>
        </p:nvSpPr>
        <p:spPr>
          <a:xfrm>
            <a:off x="5004000" y="6660000"/>
            <a:ext cx="3849700" cy="1077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chemeClr val="lt1"/>
                </a:solidFill>
                <a:latin typeface="Arial"/>
                <a:ea typeface="Arial"/>
                <a:cs typeface="Arial"/>
                <a:sym typeface="Arial"/>
              </a:rPr>
              <a:t>International Baccalaureate</a:t>
            </a:r>
            <a:r>
              <a:rPr b="0" baseline="30000" i="0" lang="en-US" sz="700" u="none" cap="none" strike="noStrike">
                <a:solidFill>
                  <a:schemeClr val="lt1"/>
                </a:solidFill>
                <a:latin typeface="Arial"/>
                <a:ea typeface="Arial"/>
                <a:cs typeface="Arial"/>
                <a:sym typeface="Arial"/>
              </a:rPr>
              <a:t>®</a:t>
            </a:r>
            <a:r>
              <a:rPr b="0" i="0" lang="en-US" sz="700" u="none" cap="none" strike="noStrike">
                <a:solidFill>
                  <a:schemeClr val="lt1"/>
                </a:solidFill>
                <a:latin typeface="Arial"/>
                <a:ea typeface="Arial"/>
                <a:cs typeface="Arial"/>
                <a:sym typeface="Arial"/>
              </a:rPr>
              <a:t> | Baccalauréat International</a:t>
            </a:r>
            <a:r>
              <a:rPr b="0" baseline="30000" i="0" lang="en-US" sz="700" u="none" cap="none" strike="noStrike">
                <a:solidFill>
                  <a:schemeClr val="lt1"/>
                </a:solidFill>
                <a:latin typeface="Arial"/>
                <a:ea typeface="Arial"/>
                <a:cs typeface="Arial"/>
                <a:sym typeface="Arial"/>
              </a:rPr>
              <a:t>®</a:t>
            </a:r>
            <a:r>
              <a:rPr b="0" i="0" lang="en-US" sz="700" u="none" cap="none" strike="noStrike">
                <a:solidFill>
                  <a:schemeClr val="lt1"/>
                </a:solidFill>
                <a:latin typeface="Arial"/>
                <a:ea typeface="Arial"/>
                <a:cs typeface="Arial"/>
                <a:sym typeface="Arial"/>
              </a:rPr>
              <a:t> | Bachillerato Internacional</a:t>
            </a:r>
            <a:r>
              <a:rPr b="0" baseline="30000" i="0" lang="en-US" sz="700" u="none" cap="none" strike="noStrike">
                <a:solidFill>
                  <a:schemeClr val="l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30"/>
          <p:cNvSpPr txBox="1"/>
          <p:nvPr>
            <p:ph type="title"/>
          </p:nvPr>
        </p:nvSpPr>
        <p:spPr>
          <a:xfrm>
            <a:off x="756000" y="324000"/>
            <a:ext cx="7884000" cy="925792"/>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0"/>
          <p:cNvSpPr txBox="1"/>
          <p:nvPr>
            <p:ph idx="1" type="body"/>
          </p:nvPr>
        </p:nvSpPr>
        <p:spPr>
          <a:xfrm>
            <a:off x="755650" y="1440000"/>
            <a:ext cx="3816000" cy="4464000"/>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Clr>
                <a:schemeClr val="dk2"/>
              </a:buClr>
              <a:buSzPts val="1800"/>
              <a:buChar char="•"/>
              <a:defRPr/>
            </a:lvl1pPr>
            <a:lvl2pPr indent="-342900" lvl="1" marL="914400" algn="l">
              <a:lnSpc>
                <a:spcPct val="100000"/>
              </a:lnSpc>
              <a:spcBef>
                <a:spcPts val="0"/>
              </a:spcBef>
              <a:spcAft>
                <a:spcPts val="0"/>
              </a:spcAft>
              <a:buClr>
                <a:schemeClr val="dk2"/>
              </a:buClr>
              <a:buSzPts val="1800"/>
              <a:buChar char="•"/>
              <a:defRPr/>
            </a:lvl2pPr>
            <a:lvl3pPr indent="-342900" lvl="2" marL="1371600" algn="l">
              <a:lnSpc>
                <a:spcPct val="100000"/>
              </a:lnSpc>
              <a:spcBef>
                <a:spcPts val="0"/>
              </a:spcBef>
              <a:spcAft>
                <a:spcPts val="0"/>
              </a:spcAft>
              <a:buClr>
                <a:schemeClr val="dk2"/>
              </a:buClr>
              <a:buSzPts val="1800"/>
              <a:buChar char="•"/>
              <a:defRPr/>
            </a:lvl3pPr>
            <a:lvl4pPr indent="-342900" lvl="3" marL="1828800" algn="l">
              <a:lnSpc>
                <a:spcPct val="100000"/>
              </a:lnSpc>
              <a:spcBef>
                <a:spcPts val="0"/>
              </a:spcBef>
              <a:spcAft>
                <a:spcPts val="0"/>
              </a:spcAft>
              <a:buClr>
                <a:schemeClr val="dk2"/>
              </a:buClr>
              <a:buSzPts val="1800"/>
              <a:buChar char="•"/>
              <a:defRPr/>
            </a:lvl4pPr>
            <a:lvl5pPr indent="-342900" lvl="4" marL="2286000" algn="l">
              <a:lnSpc>
                <a:spcPct val="100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30"/>
          <p:cNvSpPr txBox="1"/>
          <p:nvPr>
            <p:ph idx="2" type="body"/>
          </p:nvPr>
        </p:nvSpPr>
        <p:spPr>
          <a:xfrm>
            <a:off x="4824000" y="1440000"/>
            <a:ext cx="3816000" cy="4464000"/>
          </a:xfrm>
          <a:prstGeom prst="rect">
            <a:avLst/>
          </a:prstGeom>
          <a:noFill/>
          <a:ln>
            <a:noFill/>
          </a:ln>
        </p:spPr>
        <p:txBody>
          <a:bodyPr anchorCtr="0" anchor="t" bIns="0" lIns="0" spcFirstLastPara="1" rIns="0" wrap="square" tIns="0">
            <a:noAutofit/>
          </a:bodyPr>
          <a:lstStyle>
            <a:lvl1pPr indent="-342900" lvl="0" marL="457200" algn="l">
              <a:lnSpc>
                <a:spcPct val="100000"/>
              </a:lnSpc>
              <a:spcBef>
                <a:spcPts val="0"/>
              </a:spcBef>
              <a:spcAft>
                <a:spcPts val="0"/>
              </a:spcAft>
              <a:buClr>
                <a:schemeClr val="dk2"/>
              </a:buClr>
              <a:buSzPts val="1800"/>
              <a:buChar char="•"/>
              <a:defRPr/>
            </a:lvl1pPr>
            <a:lvl2pPr indent="-342900" lvl="1" marL="914400" algn="l">
              <a:lnSpc>
                <a:spcPct val="100000"/>
              </a:lnSpc>
              <a:spcBef>
                <a:spcPts val="0"/>
              </a:spcBef>
              <a:spcAft>
                <a:spcPts val="0"/>
              </a:spcAft>
              <a:buClr>
                <a:schemeClr val="dk2"/>
              </a:buClr>
              <a:buSzPts val="1800"/>
              <a:buChar char="•"/>
              <a:defRPr/>
            </a:lvl2pPr>
            <a:lvl3pPr indent="-342900" lvl="2" marL="1371600" algn="l">
              <a:lnSpc>
                <a:spcPct val="100000"/>
              </a:lnSpc>
              <a:spcBef>
                <a:spcPts val="0"/>
              </a:spcBef>
              <a:spcAft>
                <a:spcPts val="0"/>
              </a:spcAft>
              <a:buClr>
                <a:schemeClr val="dk2"/>
              </a:buClr>
              <a:buSzPts val="1800"/>
              <a:buChar char="•"/>
              <a:defRPr/>
            </a:lvl3pPr>
            <a:lvl4pPr indent="-342900" lvl="3" marL="1828800" algn="l">
              <a:lnSpc>
                <a:spcPct val="100000"/>
              </a:lnSpc>
              <a:spcBef>
                <a:spcPts val="0"/>
              </a:spcBef>
              <a:spcAft>
                <a:spcPts val="0"/>
              </a:spcAft>
              <a:buClr>
                <a:schemeClr val="dk2"/>
              </a:buClr>
              <a:buSzPts val="1800"/>
              <a:buChar char="•"/>
              <a:defRPr/>
            </a:lvl4pPr>
            <a:lvl5pPr indent="-342900" lvl="4" marL="2286000" algn="l">
              <a:lnSpc>
                <a:spcPct val="100000"/>
              </a:lnSpc>
              <a:spcBef>
                <a:spcPts val="0"/>
              </a:spcBef>
              <a:spcAft>
                <a:spcPts val="0"/>
              </a:spcAft>
              <a:buClr>
                <a:schemeClr val="dk2"/>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6" name="Shape 36"/>
        <p:cNvGrpSpPr/>
        <p:nvPr/>
      </p:nvGrpSpPr>
      <p:grpSpPr>
        <a:xfrm>
          <a:off x="0" y="0"/>
          <a:ext cx="0" cy="0"/>
          <a:chOff x="0" y="0"/>
          <a:chExt cx="0" cy="0"/>
        </a:xfrm>
      </p:grpSpPr>
      <p:sp>
        <p:nvSpPr>
          <p:cNvPr id="37" name="Google Shape;37;p32"/>
          <p:cNvSpPr txBox="1"/>
          <p:nvPr>
            <p:ph type="title"/>
          </p:nvPr>
        </p:nvSpPr>
        <p:spPr>
          <a:xfrm>
            <a:off x="755649" y="324000"/>
            <a:ext cx="7884000" cy="925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3200"/>
              <a:buFont typeface="Open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2"/>
          <p:cNvSpPr txBox="1"/>
          <p:nvPr>
            <p:ph idx="1" type="body"/>
          </p:nvPr>
        </p:nvSpPr>
        <p:spPr>
          <a:xfrm>
            <a:off x="5399649" y="1440000"/>
            <a:ext cx="3240000" cy="4464000"/>
          </a:xfrm>
          <a:prstGeom prst="rect">
            <a:avLst/>
          </a:prstGeom>
          <a:noFill/>
          <a:ln>
            <a:noFill/>
          </a:ln>
        </p:spPr>
        <p:txBody>
          <a:bodyPr anchorCtr="0" anchor="t" bIns="0" lIns="0" spcFirstLastPara="1" rIns="0" wrap="square" tIns="0">
            <a:noAutofit/>
          </a:bodyPr>
          <a:lstStyle>
            <a:lvl1pPr indent="-393700" lvl="0" marL="457200" algn="l">
              <a:lnSpc>
                <a:spcPct val="100000"/>
              </a:lnSpc>
              <a:spcBef>
                <a:spcPts val="0"/>
              </a:spcBef>
              <a:spcAft>
                <a:spcPts val="0"/>
              </a:spcAft>
              <a:buClr>
                <a:schemeClr val="dk2"/>
              </a:buClr>
              <a:buSzPts val="2600"/>
              <a:buChar char="•"/>
              <a:defRPr sz="2600"/>
            </a:lvl1pPr>
            <a:lvl2pPr indent="-393700" lvl="1" marL="914400" algn="l">
              <a:lnSpc>
                <a:spcPct val="100000"/>
              </a:lnSpc>
              <a:spcBef>
                <a:spcPts val="0"/>
              </a:spcBef>
              <a:spcAft>
                <a:spcPts val="0"/>
              </a:spcAft>
              <a:buClr>
                <a:schemeClr val="dk2"/>
              </a:buClr>
              <a:buSzPts val="2600"/>
              <a:buChar char="•"/>
              <a:defRPr sz="2600"/>
            </a:lvl2pPr>
            <a:lvl3pPr indent="-393700" lvl="2" marL="1371600" algn="l">
              <a:lnSpc>
                <a:spcPct val="100000"/>
              </a:lnSpc>
              <a:spcBef>
                <a:spcPts val="0"/>
              </a:spcBef>
              <a:spcAft>
                <a:spcPts val="0"/>
              </a:spcAft>
              <a:buClr>
                <a:schemeClr val="dk2"/>
              </a:buClr>
              <a:buSzPts val="2600"/>
              <a:buChar char="•"/>
              <a:defRPr sz="2600"/>
            </a:lvl3pPr>
            <a:lvl4pPr indent="-393700" lvl="3" marL="1828800" algn="l">
              <a:lnSpc>
                <a:spcPct val="100000"/>
              </a:lnSpc>
              <a:spcBef>
                <a:spcPts val="0"/>
              </a:spcBef>
              <a:spcAft>
                <a:spcPts val="0"/>
              </a:spcAft>
              <a:buClr>
                <a:schemeClr val="dk2"/>
              </a:buClr>
              <a:buSzPts val="2600"/>
              <a:buChar char="•"/>
              <a:defRPr sz="2600"/>
            </a:lvl4pPr>
            <a:lvl5pPr indent="-393700" lvl="4" marL="2286000" algn="l">
              <a:lnSpc>
                <a:spcPct val="100000"/>
              </a:lnSpc>
              <a:spcBef>
                <a:spcPts val="0"/>
              </a:spcBef>
              <a:spcAft>
                <a:spcPts val="0"/>
              </a:spcAft>
              <a:buClr>
                <a:schemeClr val="dk2"/>
              </a:buClr>
              <a:buSzPts val="2600"/>
              <a:buChar char="•"/>
              <a:defRPr sz="26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9" name="Google Shape;39;p32"/>
          <p:cNvSpPr txBox="1"/>
          <p:nvPr>
            <p:ph idx="2" type="body"/>
          </p:nvPr>
        </p:nvSpPr>
        <p:spPr>
          <a:xfrm>
            <a:off x="756000" y="1440000"/>
            <a:ext cx="4464000" cy="534797"/>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0"/>
              </a:spcBef>
              <a:spcAft>
                <a:spcPts val="0"/>
              </a:spcAft>
              <a:buClr>
                <a:schemeClr val="dk2"/>
              </a:buClr>
              <a:buSzPts val="2600"/>
              <a:buNone/>
              <a:defRPr b="1" sz="2600">
                <a:solidFill>
                  <a:schemeClr val="dk2"/>
                </a:solidFill>
              </a:defRPr>
            </a:lvl1pPr>
            <a:lvl2pPr indent="-228600" lvl="1" marL="914400" algn="l">
              <a:lnSpc>
                <a:spcPct val="100000"/>
              </a:lnSpc>
              <a:spcBef>
                <a:spcPts val="0"/>
              </a:spcBef>
              <a:spcAft>
                <a:spcPts val="0"/>
              </a:spcAft>
              <a:buClr>
                <a:schemeClr val="dk2"/>
              </a:buClr>
              <a:buSzPts val="1400"/>
              <a:buNone/>
              <a:defRPr sz="1400"/>
            </a:lvl2pPr>
            <a:lvl3pPr indent="-228600" lvl="2" marL="1371600" algn="l">
              <a:lnSpc>
                <a:spcPct val="100000"/>
              </a:lnSpc>
              <a:spcBef>
                <a:spcPts val="0"/>
              </a:spcBef>
              <a:spcAft>
                <a:spcPts val="0"/>
              </a:spcAft>
              <a:buClr>
                <a:schemeClr val="dk2"/>
              </a:buClr>
              <a:buSzPts val="1200"/>
              <a:buNone/>
              <a:defRPr sz="1200"/>
            </a:lvl3pPr>
            <a:lvl4pPr indent="-228600" lvl="3" marL="1828800" algn="l">
              <a:lnSpc>
                <a:spcPct val="100000"/>
              </a:lnSpc>
              <a:spcBef>
                <a:spcPts val="0"/>
              </a:spcBef>
              <a:spcAft>
                <a:spcPts val="0"/>
              </a:spcAft>
              <a:buClr>
                <a:schemeClr val="dk2"/>
              </a:buClr>
              <a:buSzPts val="1000"/>
              <a:buNone/>
              <a:defRPr sz="1000"/>
            </a:lvl4pPr>
            <a:lvl5pPr indent="-228600" lvl="4" marL="2286000" algn="l">
              <a:lnSpc>
                <a:spcPct val="100000"/>
              </a:lnSpc>
              <a:spcBef>
                <a:spcPts val="0"/>
              </a:spcBef>
              <a:spcAft>
                <a:spcPts val="0"/>
              </a:spcAft>
              <a:buClr>
                <a:schemeClr val="dk2"/>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0" name="Google Shape;40;p32"/>
          <p:cNvSpPr txBox="1"/>
          <p:nvPr>
            <p:ph idx="3" type="body"/>
          </p:nvPr>
        </p:nvSpPr>
        <p:spPr>
          <a:xfrm>
            <a:off x="755650" y="2123998"/>
            <a:ext cx="4464350" cy="3780002"/>
          </a:xfrm>
          <a:prstGeom prst="rect">
            <a:avLst/>
          </a:prstGeom>
          <a:noFill/>
          <a:ln>
            <a:noFill/>
          </a:ln>
        </p:spPr>
        <p:txBody>
          <a:bodyPr anchorCtr="0" anchor="t" bIns="0" lIns="0" spcFirstLastPara="1" rIns="0" wrap="square" tIns="0">
            <a:noAutofit/>
          </a:bodyPr>
          <a:lstStyle>
            <a:lvl1pPr indent="-393700" lvl="0" marL="457200" algn="l">
              <a:lnSpc>
                <a:spcPct val="100000"/>
              </a:lnSpc>
              <a:spcBef>
                <a:spcPts val="0"/>
              </a:spcBef>
              <a:spcAft>
                <a:spcPts val="0"/>
              </a:spcAft>
              <a:buClr>
                <a:schemeClr val="dk2"/>
              </a:buClr>
              <a:buSzPts val="2600"/>
              <a:buChar char="•"/>
              <a:defRPr sz="2600"/>
            </a:lvl1pPr>
            <a:lvl2pPr indent="-393700" lvl="1" marL="914400" algn="l">
              <a:lnSpc>
                <a:spcPct val="100000"/>
              </a:lnSpc>
              <a:spcBef>
                <a:spcPts val="0"/>
              </a:spcBef>
              <a:spcAft>
                <a:spcPts val="0"/>
              </a:spcAft>
              <a:buClr>
                <a:schemeClr val="dk2"/>
              </a:buClr>
              <a:buSzPts val="2600"/>
              <a:buChar char="•"/>
              <a:defRPr sz="2600"/>
            </a:lvl2pPr>
            <a:lvl3pPr indent="-393700" lvl="2" marL="1371600" algn="l">
              <a:lnSpc>
                <a:spcPct val="100000"/>
              </a:lnSpc>
              <a:spcBef>
                <a:spcPts val="0"/>
              </a:spcBef>
              <a:spcAft>
                <a:spcPts val="0"/>
              </a:spcAft>
              <a:buClr>
                <a:schemeClr val="dk2"/>
              </a:buClr>
              <a:buSzPts val="2600"/>
              <a:buChar char="•"/>
              <a:defRPr sz="2600"/>
            </a:lvl3pPr>
            <a:lvl4pPr indent="-393700" lvl="3" marL="1828800" algn="l">
              <a:lnSpc>
                <a:spcPct val="100000"/>
              </a:lnSpc>
              <a:spcBef>
                <a:spcPts val="0"/>
              </a:spcBef>
              <a:spcAft>
                <a:spcPts val="0"/>
              </a:spcAft>
              <a:buClr>
                <a:schemeClr val="dk2"/>
              </a:buClr>
              <a:buSzPts val="2600"/>
              <a:buChar char="•"/>
              <a:defRPr sz="2600"/>
            </a:lvl4pPr>
            <a:lvl5pPr indent="-393700" lvl="4" marL="2286000" algn="l">
              <a:lnSpc>
                <a:spcPct val="100000"/>
              </a:lnSpc>
              <a:spcBef>
                <a:spcPts val="0"/>
              </a:spcBef>
              <a:spcAft>
                <a:spcPts val="0"/>
              </a:spcAft>
              <a:buClr>
                <a:schemeClr val="dk2"/>
              </a:buClr>
              <a:buSzPts val="2600"/>
              <a:buChar char="•"/>
              <a:defRPr sz="26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756000" y="324000"/>
            <a:ext cx="7884000" cy="925792"/>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chemeClr val="accent2"/>
              </a:buClr>
              <a:buSzPts val="3400"/>
              <a:buFont typeface="Open Sans"/>
              <a:buNone/>
              <a:defRPr b="1" i="0" sz="3400" u="none" cap="none" strike="noStrike">
                <a:solidFill>
                  <a:schemeClr val="accent2"/>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 type="body"/>
          </p:nvPr>
        </p:nvSpPr>
        <p:spPr>
          <a:xfrm>
            <a:off x="756000" y="1440000"/>
            <a:ext cx="7884000" cy="4464000"/>
          </a:xfrm>
          <a:prstGeom prst="rect">
            <a:avLst/>
          </a:prstGeom>
          <a:noFill/>
          <a:ln>
            <a:noFill/>
          </a:ln>
        </p:spPr>
        <p:txBody>
          <a:bodyPr anchorCtr="0" anchor="t" bIns="0" lIns="0" spcFirstLastPara="1" rIns="0" wrap="square" tIns="0">
            <a:noAutofit/>
          </a:bodyPr>
          <a:lstStyle>
            <a:lvl1pPr indent="-393700" lvl="0" marL="457200" marR="0" rtl="0" algn="l">
              <a:lnSpc>
                <a:spcPct val="100000"/>
              </a:lnSpc>
              <a:spcBef>
                <a:spcPts val="0"/>
              </a:spcBef>
              <a:spcAft>
                <a:spcPts val="0"/>
              </a:spcAft>
              <a:buClr>
                <a:schemeClr val="dk2"/>
              </a:buClr>
              <a:buSzPts val="2600"/>
              <a:buFont typeface="Arial"/>
              <a:buChar char="•"/>
              <a:defRPr b="0" i="0" sz="2600" u="none" cap="none" strike="noStrike">
                <a:solidFill>
                  <a:schemeClr val="dk2"/>
                </a:solidFill>
                <a:latin typeface="Open Sans"/>
                <a:ea typeface="Open Sans"/>
                <a:cs typeface="Open Sans"/>
                <a:sym typeface="Open Sans"/>
              </a:defRPr>
            </a:lvl1pPr>
            <a:lvl2pPr indent="-393700" lvl="1" marL="914400" marR="0" rtl="0" algn="l">
              <a:lnSpc>
                <a:spcPct val="100000"/>
              </a:lnSpc>
              <a:spcBef>
                <a:spcPts val="0"/>
              </a:spcBef>
              <a:spcAft>
                <a:spcPts val="0"/>
              </a:spcAft>
              <a:buClr>
                <a:schemeClr val="dk2"/>
              </a:buClr>
              <a:buSzPts val="2600"/>
              <a:buFont typeface="Arial"/>
              <a:buChar char="•"/>
              <a:defRPr b="0" i="0" sz="2600" u="none" cap="none" strike="noStrike">
                <a:solidFill>
                  <a:schemeClr val="dk2"/>
                </a:solidFill>
                <a:latin typeface="Open Sans"/>
                <a:ea typeface="Open Sans"/>
                <a:cs typeface="Open Sans"/>
                <a:sym typeface="Open Sans"/>
              </a:defRPr>
            </a:lvl2pPr>
            <a:lvl3pPr indent="-393700" lvl="2" marL="1371600" marR="0" rtl="0" algn="l">
              <a:lnSpc>
                <a:spcPct val="100000"/>
              </a:lnSpc>
              <a:spcBef>
                <a:spcPts val="0"/>
              </a:spcBef>
              <a:spcAft>
                <a:spcPts val="0"/>
              </a:spcAft>
              <a:buClr>
                <a:schemeClr val="dk2"/>
              </a:buClr>
              <a:buSzPts val="2600"/>
              <a:buFont typeface="Arial"/>
              <a:buChar char="•"/>
              <a:defRPr b="0" i="0" sz="2600" u="none" cap="none" strike="noStrike">
                <a:solidFill>
                  <a:schemeClr val="dk2"/>
                </a:solidFill>
                <a:latin typeface="Open Sans"/>
                <a:ea typeface="Open Sans"/>
                <a:cs typeface="Open Sans"/>
                <a:sym typeface="Open Sans"/>
              </a:defRPr>
            </a:lvl3pPr>
            <a:lvl4pPr indent="-393700" lvl="3" marL="1828800" marR="0" rtl="0" algn="l">
              <a:lnSpc>
                <a:spcPct val="100000"/>
              </a:lnSpc>
              <a:spcBef>
                <a:spcPts val="0"/>
              </a:spcBef>
              <a:spcAft>
                <a:spcPts val="0"/>
              </a:spcAft>
              <a:buClr>
                <a:schemeClr val="dk2"/>
              </a:buClr>
              <a:buSzPts val="2600"/>
              <a:buFont typeface="Arial"/>
              <a:buChar char="•"/>
              <a:defRPr b="0" i="0" sz="2600" u="none" cap="none" strike="noStrike">
                <a:solidFill>
                  <a:schemeClr val="dk2"/>
                </a:solidFill>
                <a:latin typeface="Open Sans"/>
                <a:ea typeface="Open Sans"/>
                <a:cs typeface="Open Sans"/>
                <a:sym typeface="Open Sans"/>
              </a:defRPr>
            </a:lvl4pPr>
            <a:lvl5pPr indent="-393700" lvl="4" marL="2286000" marR="0" rtl="0" algn="l">
              <a:lnSpc>
                <a:spcPct val="100000"/>
              </a:lnSpc>
              <a:spcBef>
                <a:spcPts val="0"/>
              </a:spcBef>
              <a:spcAft>
                <a:spcPts val="0"/>
              </a:spcAft>
              <a:buClr>
                <a:schemeClr val="dk2"/>
              </a:buClr>
              <a:buSzPts val="2600"/>
              <a:buFont typeface="Arial"/>
              <a:buChar char="•"/>
              <a:defRPr b="0" i="0" sz="2600" u="none" cap="none" strike="noStrike">
                <a:solidFill>
                  <a:schemeClr val="dk2"/>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12" name="Google Shape;12;p24"/>
          <p:cNvSpPr txBox="1"/>
          <p:nvPr/>
        </p:nvSpPr>
        <p:spPr>
          <a:xfrm>
            <a:off x="5004000" y="6516000"/>
            <a:ext cx="2439538" cy="116635"/>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700"/>
              <a:buFont typeface="Arial"/>
              <a:buNone/>
            </a:pPr>
            <a:r>
              <a:rPr b="0" i="0" lang="en-US" sz="700" u="none" cap="none" strike="noStrike">
                <a:solidFill>
                  <a:schemeClr val="dk2"/>
                </a:solidFill>
                <a:latin typeface="Arial"/>
                <a:ea typeface="Arial"/>
                <a:cs typeface="Arial"/>
                <a:sym typeface="Arial"/>
              </a:rPr>
              <a:t>© International Baccalaureate Organization 2022 </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4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s://unsplash.com/@dchuck?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 Id="rId5" Type="http://schemas.openxmlformats.org/officeDocument/2006/relationships/hyperlink" Target="https://unsplash.com/photos/OxU08SFhPb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2"/>
          <p:cNvSpPr txBox="1"/>
          <p:nvPr>
            <p:ph type="ctrTitle"/>
          </p:nvPr>
        </p:nvSpPr>
        <p:spPr>
          <a:xfrm>
            <a:off x="756000" y="1368000"/>
            <a:ext cx="7884000" cy="20520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Clr>
                <a:schemeClr val="lt1"/>
              </a:buClr>
              <a:buSzPts val="5000"/>
              <a:buFont typeface="Open Sans"/>
              <a:buNone/>
            </a:pPr>
            <a:r>
              <a:rPr lang="en-US"/>
              <a:t>Personal project</a:t>
            </a:r>
            <a:endParaRPr/>
          </a:p>
        </p:txBody>
      </p:sp>
      <p:sp>
        <p:nvSpPr>
          <p:cNvPr id="46" name="Google Shape;46;p2"/>
          <p:cNvSpPr txBox="1"/>
          <p:nvPr>
            <p:ph idx="1" type="subTitle"/>
          </p:nvPr>
        </p:nvSpPr>
        <p:spPr>
          <a:xfrm>
            <a:off x="755650" y="3600000"/>
            <a:ext cx="7884300" cy="16557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Clr>
                <a:schemeClr val="accent2"/>
              </a:buClr>
              <a:buSzPts val="2400"/>
              <a:buNone/>
            </a:pPr>
            <a:r>
              <a:rPr lang="en-US" sz="4800"/>
              <a:t>Applying the skills</a:t>
            </a:r>
            <a:endParaRPr sz="4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 name="Shape 51"/>
        <p:cNvGrpSpPr/>
        <p:nvPr/>
      </p:nvGrpSpPr>
      <p:grpSpPr>
        <a:xfrm>
          <a:off x="0" y="0"/>
          <a:ext cx="0" cy="0"/>
          <a:chOff x="0" y="0"/>
          <a:chExt cx="0" cy="0"/>
        </a:xfrm>
      </p:grpSpPr>
      <p:sp>
        <p:nvSpPr>
          <p:cNvPr id="52" name="Google Shape;52;p3"/>
          <p:cNvSpPr txBox="1"/>
          <p:nvPr>
            <p:ph type="title"/>
          </p:nvPr>
        </p:nvSpPr>
        <p:spPr>
          <a:xfrm>
            <a:off x="322582" y="419228"/>
            <a:ext cx="8498836" cy="925792"/>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1800"/>
              <a:buNone/>
            </a:pPr>
            <a:r>
              <a:rPr lang="en-US" sz="2800"/>
              <a:t>Applying approaches to learning (ATL) skills: </a:t>
            </a:r>
            <a:br>
              <a:rPr lang="en-US" sz="2800"/>
            </a:br>
            <a:r>
              <a:rPr lang="en-US" sz="2800"/>
              <a:t>How will you achieve your goal?</a:t>
            </a:r>
            <a:endParaRPr/>
          </a:p>
        </p:txBody>
      </p:sp>
      <p:sp>
        <p:nvSpPr>
          <p:cNvPr id="53" name="Google Shape;53;p3"/>
          <p:cNvSpPr/>
          <p:nvPr/>
        </p:nvSpPr>
        <p:spPr>
          <a:xfrm>
            <a:off x="4065620" y="3841844"/>
            <a:ext cx="1387365" cy="1403131"/>
          </a:xfrm>
          <a:prstGeom prst="ellipse">
            <a:avLst/>
          </a:prstGeom>
          <a:solidFill>
            <a:schemeClr val="accent1"/>
          </a:solidFill>
          <a:ln cap="flat" cmpd="sng" w="25400">
            <a:solidFill>
              <a:srgbClr val="003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In this stage of the project you will ...</a:t>
            </a:r>
            <a:endParaRPr b="0" i="0" sz="1400" u="none" cap="none" strike="noStrike">
              <a:solidFill>
                <a:schemeClr val="lt1"/>
              </a:solidFill>
              <a:latin typeface="Arial"/>
              <a:ea typeface="Arial"/>
              <a:cs typeface="Arial"/>
              <a:sym typeface="Arial"/>
            </a:endParaRPr>
          </a:p>
        </p:txBody>
      </p:sp>
      <p:sp>
        <p:nvSpPr>
          <p:cNvPr id="54" name="Google Shape;54;p3"/>
          <p:cNvSpPr/>
          <p:nvPr/>
        </p:nvSpPr>
        <p:spPr>
          <a:xfrm>
            <a:off x="5887595" y="4436108"/>
            <a:ext cx="1876096" cy="1836682"/>
          </a:xfrm>
          <a:prstGeom prst="ellipse">
            <a:avLst/>
          </a:prstGeom>
          <a:solidFill>
            <a:srgbClr val="FFC000"/>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Select and apply ATL skills to work towards your product goal</a:t>
            </a:r>
            <a:endParaRPr b="0" i="0" sz="1400" u="none" cap="none" strike="noStrike">
              <a:solidFill>
                <a:schemeClr val="lt1"/>
              </a:solidFill>
              <a:latin typeface="Arial"/>
              <a:ea typeface="Arial"/>
              <a:cs typeface="Arial"/>
              <a:sym typeface="Arial"/>
            </a:endParaRPr>
          </a:p>
        </p:txBody>
      </p:sp>
      <p:sp>
        <p:nvSpPr>
          <p:cNvPr id="55" name="Google Shape;55;p3"/>
          <p:cNvSpPr/>
          <p:nvPr/>
        </p:nvSpPr>
        <p:spPr>
          <a:xfrm>
            <a:off x="1805151" y="4434227"/>
            <a:ext cx="1876096" cy="1836682"/>
          </a:xfrm>
          <a:prstGeom prst="ellipse">
            <a:avLst/>
          </a:prstGeom>
          <a:solidFill>
            <a:schemeClr val="accent4"/>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Gather evidence showing how you have used the ATL skills</a:t>
            </a:r>
            <a:endParaRPr b="0" i="0" sz="1400" u="none" cap="none" strike="noStrike">
              <a:solidFill>
                <a:schemeClr val="lt1"/>
              </a:solidFill>
              <a:latin typeface="Arial"/>
              <a:ea typeface="Arial"/>
              <a:cs typeface="Arial"/>
              <a:sym typeface="Arial"/>
            </a:endParaRPr>
          </a:p>
        </p:txBody>
      </p:sp>
      <p:sp>
        <p:nvSpPr>
          <p:cNvPr id="56" name="Google Shape;56;p3"/>
          <p:cNvSpPr/>
          <p:nvPr/>
        </p:nvSpPr>
        <p:spPr>
          <a:xfrm>
            <a:off x="3758546" y="1490428"/>
            <a:ext cx="1876096" cy="1836682"/>
          </a:xfrm>
          <a:prstGeom prst="ellipse">
            <a:avLst/>
          </a:prstGeom>
          <a:solidFill>
            <a:srgbClr val="00B0F0"/>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Select and apply ATL skills to work towards your learning goal</a:t>
            </a:r>
            <a:endParaRPr b="0" i="0" sz="1400" u="none" cap="none" strike="noStrike">
              <a:solidFill>
                <a:schemeClr val="lt1"/>
              </a:solidFill>
              <a:latin typeface="Arial"/>
              <a:ea typeface="Arial"/>
              <a:cs typeface="Arial"/>
              <a:sym typeface="Arial"/>
            </a:endParaRPr>
          </a:p>
        </p:txBody>
      </p:sp>
      <p:sp>
        <p:nvSpPr>
          <p:cNvPr id="57" name="Google Shape;57;p3"/>
          <p:cNvSpPr/>
          <p:nvPr/>
        </p:nvSpPr>
        <p:spPr>
          <a:xfrm rot="-5400000">
            <a:off x="4603443" y="3271942"/>
            <a:ext cx="315546" cy="626267"/>
          </a:xfrm>
          <a:prstGeom prst="rightArrow">
            <a:avLst>
              <a:gd fmla="val 50000" name="adj1"/>
              <a:gd fmla="val 50000" name="adj2"/>
            </a:avLst>
          </a:prstGeom>
          <a:solidFill>
            <a:schemeClr val="accent2"/>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 name="Google Shape;58;p3"/>
          <p:cNvSpPr/>
          <p:nvPr/>
        </p:nvSpPr>
        <p:spPr>
          <a:xfrm rot="1740000">
            <a:off x="5496246" y="4584570"/>
            <a:ext cx="342841" cy="674035"/>
          </a:xfrm>
          <a:prstGeom prst="rightArrow">
            <a:avLst>
              <a:gd fmla="val 50000" name="adj1"/>
              <a:gd fmla="val 50000" name="adj2"/>
            </a:avLst>
          </a:prstGeom>
          <a:solidFill>
            <a:srgbClr val="FFC000"/>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9" name="Google Shape;59;p3"/>
          <p:cNvSpPr/>
          <p:nvPr/>
        </p:nvSpPr>
        <p:spPr>
          <a:xfrm rot="9180000">
            <a:off x="3729678" y="4574014"/>
            <a:ext cx="308723" cy="687682"/>
          </a:xfrm>
          <a:prstGeom prst="rightArrow">
            <a:avLst>
              <a:gd fmla="val 50000" name="adj1"/>
              <a:gd fmla="val 50000" name="adj2"/>
            </a:avLst>
          </a:prstGeom>
          <a:solidFill>
            <a:schemeClr val="accent4"/>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4"/>
          <p:cNvSpPr txBox="1"/>
          <p:nvPr>
            <p:ph type="title"/>
          </p:nvPr>
        </p:nvSpPr>
        <p:spPr>
          <a:xfrm>
            <a:off x="570250" y="324000"/>
            <a:ext cx="8069700" cy="925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SzPts val="1800"/>
              <a:buNone/>
            </a:pPr>
            <a:r>
              <a:rPr lang="en-US"/>
              <a:t>Approaches to learning</a:t>
            </a:r>
            <a:endParaRPr/>
          </a:p>
        </p:txBody>
      </p:sp>
      <p:sp>
        <p:nvSpPr>
          <p:cNvPr id="66" name="Google Shape;66;p4"/>
          <p:cNvSpPr txBox="1"/>
          <p:nvPr>
            <p:ph idx="1" type="body"/>
          </p:nvPr>
        </p:nvSpPr>
        <p:spPr>
          <a:xfrm>
            <a:off x="570250" y="1440000"/>
            <a:ext cx="3687714" cy="4464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800"/>
              <a:buNone/>
            </a:pPr>
            <a:r>
              <a:rPr lang="en-US" sz="2200"/>
              <a:t>Through ATL in IB programmes, you develop skills that have relevance across the curriculum that help you “learn how to learn”. </a:t>
            </a:r>
            <a:endParaRPr sz="2200"/>
          </a:p>
          <a:p>
            <a:pPr indent="0" lvl="0" marL="0" rtl="0" algn="l">
              <a:lnSpc>
                <a:spcPct val="100000"/>
              </a:lnSpc>
              <a:spcBef>
                <a:spcPts val="0"/>
              </a:spcBef>
              <a:spcAft>
                <a:spcPts val="0"/>
              </a:spcAft>
              <a:buSzPts val="1800"/>
              <a:buNone/>
            </a:pPr>
            <a:r>
              <a:t/>
            </a:r>
            <a:endParaRPr sz="2200"/>
          </a:p>
          <a:p>
            <a:pPr indent="0" lvl="0" marL="0" rtl="0" algn="l">
              <a:lnSpc>
                <a:spcPct val="100000"/>
              </a:lnSpc>
              <a:spcBef>
                <a:spcPts val="0"/>
              </a:spcBef>
              <a:spcAft>
                <a:spcPts val="0"/>
              </a:spcAft>
              <a:buSzPts val="1800"/>
              <a:buNone/>
            </a:pPr>
            <a:r>
              <a:rPr lang="en-US" sz="2200"/>
              <a:t>You will use these skills during your personal project, document them, and finally reflect on them in the report.</a:t>
            </a:r>
            <a:endParaRPr sz="2200"/>
          </a:p>
        </p:txBody>
      </p:sp>
      <p:pic>
        <p:nvPicPr>
          <p:cNvPr id="67" name="Google Shape;67;p4"/>
          <p:cNvPicPr preferRelativeResize="0"/>
          <p:nvPr/>
        </p:nvPicPr>
        <p:blipFill rotWithShape="1">
          <a:blip r:embed="rId3">
            <a:alphaModFix/>
          </a:blip>
          <a:srcRect b="0" l="0" r="0" t="0"/>
          <a:stretch/>
        </p:blipFill>
        <p:spPr>
          <a:xfrm>
            <a:off x="4472400" y="1402200"/>
            <a:ext cx="4519202" cy="452537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 name="Shape 72"/>
        <p:cNvGrpSpPr/>
        <p:nvPr/>
      </p:nvGrpSpPr>
      <p:grpSpPr>
        <a:xfrm>
          <a:off x="0" y="0"/>
          <a:ext cx="0" cy="0"/>
          <a:chOff x="0" y="0"/>
          <a:chExt cx="0" cy="0"/>
        </a:xfrm>
      </p:grpSpPr>
      <p:sp>
        <p:nvSpPr>
          <p:cNvPr id="73" name="Google Shape;73;p5"/>
          <p:cNvSpPr txBox="1"/>
          <p:nvPr>
            <p:ph type="title"/>
          </p:nvPr>
        </p:nvSpPr>
        <p:spPr>
          <a:xfrm>
            <a:off x="756000" y="324000"/>
            <a:ext cx="7884000" cy="92579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Applying the skills: </a:t>
            </a:r>
            <a:br>
              <a:rPr lang="en-US"/>
            </a:br>
            <a:r>
              <a:rPr lang="en-US"/>
              <a:t>How will you achieve your goal?</a:t>
            </a:r>
            <a:endParaRPr/>
          </a:p>
        </p:txBody>
      </p:sp>
      <p:sp>
        <p:nvSpPr>
          <p:cNvPr id="74" name="Google Shape;74;p5"/>
          <p:cNvSpPr/>
          <p:nvPr/>
        </p:nvSpPr>
        <p:spPr>
          <a:xfrm>
            <a:off x="6542688" y="4169977"/>
            <a:ext cx="1876096" cy="1836682"/>
          </a:xfrm>
          <a:prstGeom prst="ellipse">
            <a:avLst/>
          </a:prstGeom>
          <a:solidFill>
            <a:srgbClr val="FFC000"/>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Select and apply ATL skills to work towards your product goal</a:t>
            </a:r>
            <a:endParaRPr b="0" i="0" sz="1400" u="none" cap="none" strike="noStrike">
              <a:solidFill>
                <a:schemeClr val="lt1"/>
              </a:solidFill>
              <a:latin typeface="Arial"/>
              <a:ea typeface="Arial"/>
              <a:cs typeface="Arial"/>
              <a:sym typeface="Arial"/>
            </a:endParaRPr>
          </a:p>
        </p:txBody>
      </p:sp>
      <p:sp>
        <p:nvSpPr>
          <p:cNvPr id="75" name="Google Shape;75;p5"/>
          <p:cNvSpPr/>
          <p:nvPr/>
        </p:nvSpPr>
        <p:spPr>
          <a:xfrm>
            <a:off x="1550114" y="2979788"/>
            <a:ext cx="1876096" cy="1836682"/>
          </a:xfrm>
          <a:prstGeom prst="ellipse">
            <a:avLst/>
          </a:prstGeom>
          <a:solidFill>
            <a:schemeClr val="accent4"/>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Gather evidence showing how you have used the ATL skills</a:t>
            </a:r>
            <a:endParaRPr b="0" i="0" sz="1400" u="none" cap="none" strike="noStrike">
              <a:solidFill>
                <a:schemeClr val="lt1"/>
              </a:solidFill>
              <a:latin typeface="Arial"/>
              <a:ea typeface="Arial"/>
              <a:cs typeface="Arial"/>
              <a:sym typeface="Arial"/>
            </a:endParaRPr>
          </a:p>
        </p:txBody>
      </p:sp>
      <p:sp>
        <p:nvSpPr>
          <p:cNvPr id="76" name="Google Shape;76;p5"/>
          <p:cNvSpPr/>
          <p:nvPr/>
        </p:nvSpPr>
        <p:spPr>
          <a:xfrm>
            <a:off x="6542689" y="1545019"/>
            <a:ext cx="1876096" cy="1836682"/>
          </a:xfrm>
          <a:prstGeom prst="ellipse">
            <a:avLst/>
          </a:prstGeom>
          <a:solidFill>
            <a:srgbClr val="00B0F0"/>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Select and apply ATL skills to work towards your learning goal</a:t>
            </a:r>
            <a:endParaRPr b="0" i="0" sz="1400" u="none" cap="none" strike="noStrike">
              <a:solidFill>
                <a:schemeClr val="lt1"/>
              </a:solidFill>
              <a:latin typeface="Arial"/>
              <a:ea typeface="Arial"/>
              <a:cs typeface="Arial"/>
              <a:sym typeface="Arial"/>
            </a:endParaRPr>
          </a:p>
        </p:txBody>
      </p:sp>
      <p:sp>
        <p:nvSpPr>
          <p:cNvPr id="77" name="Google Shape;77;p5"/>
          <p:cNvSpPr/>
          <p:nvPr/>
        </p:nvSpPr>
        <p:spPr>
          <a:xfrm rot="-1920000">
            <a:off x="5749855" y="2726032"/>
            <a:ext cx="520262" cy="953813"/>
          </a:xfrm>
          <a:prstGeom prst="rightArrow">
            <a:avLst>
              <a:gd fmla="val 50000" name="adj1"/>
              <a:gd fmla="val 50000" name="adj2"/>
            </a:avLst>
          </a:prstGeom>
          <a:solidFill>
            <a:schemeClr val="accent2"/>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8" name="Google Shape;78;p5"/>
          <p:cNvSpPr/>
          <p:nvPr/>
        </p:nvSpPr>
        <p:spPr>
          <a:xfrm rot="1560000">
            <a:off x="5812916" y="4066100"/>
            <a:ext cx="520262" cy="953813"/>
          </a:xfrm>
          <a:prstGeom prst="rightArrow">
            <a:avLst>
              <a:gd fmla="val 50000" name="adj1"/>
              <a:gd fmla="val 50000" name="adj2"/>
            </a:avLst>
          </a:prstGeom>
          <a:solidFill>
            <a:srgbClr val="FFC000"/>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9" name="Google Shape;79;p5"/>
          <p:cNvSpPr/>
          <p:nvPr/>
        </p:nvSpPr>
        <p:spPr>
          <a:xfrm rot="10800000">
            <a:off x="3635774" y="3380194"/>
            <a:ext cx="520262" cy="953813"/>
          </a:xfrm>
          <a:prstGeom prst="rightArrow">
            <a:avLst>
              <a:gd fmla="val 50000" name="adj1"/>
              <a:gd fmla="val 50000" name="adj2"/>
            </a:avLst>
          </a:prstGeom>
          <a:solidFill>
            <a:schemeClr val="accent4"/>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0" name="Google Shape;80;p5"/>
          <p:cNvSpPr/>
          <p:nvPr/>
        </p:nvSpPr>
        <p:spPr>
          <a:xfrm>
            <a:off x="4324927" y="3200399"/>
            <a:ext cx="1387365" cy="1403131"/>
          </a:xfrm>
          <a:prstGeom prst="ellipse">
            <a:avLst/>
          </a:prstGeom>
          <a:solidFill>
            <a:schemeClr val="accent1"/>
          </a:solidFill>
          <a:ln cap="flat" cmpd="sng" w="25400">
            <a:solidFill>
              <a:srgbClr val="003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In this stage of the project, you will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 name="Shape 85"/>
        <p:cNvGrpSpPr/>
        <p:nvPr/>
      </p:nvGrpSpPr>
      <p:grpSpPr>
        <a:xfrm>
          <a:off x="0" y="0"/>
          <a:ext cx="0" cy="0"/>
          <a:chOff x="0" y="0"/>
          <a:chExt cx="0" cy="0"/>
        </a:xfrm>
      </p:grpSpPr>
      <p:sp>
        <p:nvSpPr>
          <p:cNvPr id="86" name="Google Shape;86;p6"/>
          <p:cNvSpPr txBox="1"/>
          <p:nvPr>
            <p:ph type="title"/>
          </p:nvPr>
        </p:nvSpPr>
        <p:spPr>
          <a:xfrm>
            <a:off x="756000" y="624301"/>
            <a:ext cx="7884000" cy="92579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Applying the skills: </a:t>
            </a:r>
            <a:br>
              <a:rPr lang="en-US"/>
            </a:br>
            <a:r>
              <a:rPr lang="en-US"/>
              <a:t>How will you achieve your goal?</a:t>
            </a:r>
            <a:endParaRPr/>
          </a:p>
        </p:txBody>
      </p:sp>
      <p:sp>
        <p:nvSpPr>
          <p:cNvPr id="87" name="Google Shape;87;p6"/>
          <p:cNvSpPr/>
          <p:nvPr/>
        </p:nvSpPr>
        <p:spPr>
          <a:xfrm>
            <a:off x="4942317" y="1952177"/>
            <a:ext cx="2476597" cy="2573661"/>
          </a:xfrm>
          <a:prstGeom prst="ellipse">
            <a:avLst/>
          </a:prstGeom>
          <a:solidFill>
            <a:srgbClr val="00B0F0"/>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Open Sans"/>
                <a:ea typeface="Open Sans"/>
                <a:cs typeface="Open Sans"/>
                <a:sym typeface="Open Sans"/>
              </a:rPr>
              <a:t>Select and apply ATL skills to work towards your </a:t>
            </a:r>
            <a:r>
              <a:rPr b="1" i="0" lang="en-US" sz="1800" u="none" cap="none" strike="noStrike">
                <a:solidFill>
                  <a:schemeClr val="lt1"/>
                </a:solidFill>
                <a:latin typeface="Open Sans"/>
                <a:ea typeface="Open Sans"/>
                <a:cs typeface="Open Sans"/>
                <a:sym typeface="Open Sans"/>
              </a:rPr>
              <a:t>learning goal</a:t>
            </a:r>
            <a:endParaRPr b="0" i="0" sz="1400" u="none" cap="none" strike="noStrike">
              <a:solidFill>
                <a:srgbClr val="000000"/>
              </a:solidFill>
              <a:latin typeface="Arial"/>
              <a:ea typeface="Arial"/>
              <a:cs typeface="Arial"/>
              <a:sym typeface="Arial"/>
            </a:endParaRPr>
          </a:p>
        </p:txBody>
      </p:sp>
      <p:sp>
        <p:nvSpPr>
          <p:cNvPr id="88" name="Google Shape;88;p6"/>
          <p:cNvSpPr/>
          <p:nvPr/>
        </p:nvSpPr>
        <p:spPr>
          <a:xfrm>
            <a:off x="1262662" y="1952176"/>
            <a:ext cx="2416573" cy="2573661"/>
          </a:xfrm>
          <a:prstGeom prst="ellipse">
            <a:avLst/>
          </a:prstGeom>
          <a:solidFill>
            <a:schemeClr val="accent4"/>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Open Sans"/>
                <a:ea typeface="Open Sans"/>
                <a:cs typeface="Open Sans"/>
                <a:sym typeface="Open Sans"/>
              </a:rPr>
              <a:t>Gather evidence showing how you have used the ATL skills</a:t>
            </a:r>
            <a:endParaRPr b="0" i="0" sz="1800" u="none" cap="none" strike="noStrike">
              <a:solidFill>
                <a:schemeClr val="lt1"/>
              </a:solidFill>
              <a:latin typeface="Open Sans"/>
              <a:ea typeface="Open Sans"/>
              <a:cs typeface="Open Sans"/>
              <a:sym typeface="Open Sans"/>
            </a:endParaRPr>
          </a:p>
        </p:txBody>
      </p:sp>
      <p:sp>
        <p:nvSpPr>
          <p:cNvPr id="89" name="Google Shape;89;p6"/>
          <p:cNvSpPr/>
          <p:nvPr/>
        </p:nvSpPr>
        <p:spPr>
          <a:xfrm>
            <a:off x="4367939" y="2770594"/>
            <a:ext cx="520262" cy="953813"/>
          </a:xfrm>
          <a:prstGeom prst="rightArrow">
            <a:avLst>
              <a:gd fmla="val 50000" name="adj1"/>
              <a:gd fmla="val 50000" name="adj2"/>
            </a:avLst>
          </a:prstGeom>
          <a:solidFill>
            <a:schemeClr val="accent2"/>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 name="Google Shape;90;p6"/>
          <p:cNvSpPr/>
          <p:nvPr/>
        </p:nvSpPr>
        <p:spPr>
          <a:xfrm rot="10800000">
            <a:off x="3735383" y="2770594"/>
            <a:ext cx="520262" cy="953813"/>
          </a:xfrm>
          <a:prstGeom prst="rightArrow">
            <a:avLst>
              <a:gd fmla="val 50000" name="adj1"/>
              <a:gd fmla="val 50000" name="adj2"/>
            </a:avLst>
          </a:prstGeom>
          <a:solidFill>
            <a:schemeClr val="accent4"/>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1" name="Google Shape;91;p6"/>
          <p:cNvSpPr txBox="1"/>
          <p:nvPr/>
        </p:nvSpPr>
        <p:spPr>
          <a:xfrm>
            <a:off x="528109" y="4944908"/>
            <a:ext cx="800867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2"/>
                </a:solidFill>
                <a:latin typeface="Open Sans"/>
                <a:ea typeface="Open Sans"/>
                <a:cs typeface="Open Sans"/>
                <a:sym typeface="Open Sans"/>
              </a:rPr>
              <a:t>Learning goal:</a:t>
            </a:r>
            <a:r>
              <a:rPr b="0" i="0" lang="en-US" sz="1800" u="none" cap="none" strike="noStrike">
                <a:solidFill>
                  <a:schemeClr val="dk2"/>
                </a:solidFill>
                <a:latin typeface="Open Sans"/>
                <a:ea typeface="Open Sans"/>
                <a:cs typeface="Open Sans"/>
                <a:sym typeface="Open Sans"/>
              </a:rPr>
              <a:t> I want to learn about the health aspects of fitness for teenagers, what constitutes a healthy fitness level, and how to attain and maintain it during adolescence.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7"/>
          <p:cNvSpPr txBox="1"/>
          <p:nvPr>
            <p:ph type="title"/>
          </p:nvPr>
        </p:nvSpPr>
        <p:spPr>
          <a:xfrm>
            <a:off x="515290" y="122089"/>
            <a:ext cx="7884000" cy="614533"/>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Selecting ATL Skills</a:t>
            </a:r>
            <a:endParaRPr/>
          </a:p>
        </p:txBody>
      </p:sp>
      <p:pic>
        <p:nvPicPr>
          <p:cNvPr id="98" name="Google Shape;98;p7"/>
          <p:cNvPicPr preferRelativeResize="0"/>
          <p:nvPr/>
        </p:nvPicPr>
        <p:blipFill rotWithShape="1">
          <a:blip r:embed="rId3">
            <a:alphaModFix/>
          </a:blip>
          <a:srcRect b="0" l="0" r="0" t="0"/>
          <a:stretch/>
        </p:blipFill>
        <p:spPr>
          <a:xfrm rot="-187374">
            <a:off x="761375" y="958436"/>
            <a:ext cx="2128195" cy="2692426"/>
          </a:xfrm>
          <a:prstGeom prst="rect">
            <a:avLst/>
          </a:prstGeom>
          <a:noFill/>
          <a:ln>
            <a:noFill/>
          </a:ln>
        </p:spPr>
      </p:pic>
      <p:pic>
        <p:nvPicPr>
          <p:cNvPr id="99" name="Google Shape;99;p7"/>
          <p:cNvPicPr preferRelativeResize="0"/>
          <p:nvPr/>
        </p:nvPicPr>
        <p:blipFill rotWithShape="1">
          <a:blip r:embed="rId4">
            <a:alphaModFix/>
          </a:blip>
          <a:srcRect b="0" l="0" r="0" t="0"/>
          <a:stretch/>
        </p:blipFill>
        <p:spPr>
          <a:xfrm>
            <a:off x="552324" y="3806355"/>
            <a:ext cx="2489054" cy="2075912"/>
          </a:xfrm>
          <a:prstGeom prst="rect">
            <a:avLst/>
          </a:prstGeom>
          <a:noFill/>
          <a:ln>
            <a:noFill/>
          </a:ln>
        </p:spPr>
      </p:pic>
      <p:pic>
        <p:nvPicPr>
          <p:cNvPr id="100" name="Google Shape;100;p7"/>
          <p:cNvPicPr preferRelativeResize="0"/>
          <p:nvPr/>
        </p:nvPicPr>
        <p:blipFill rotWithShape="1">
          <a:blip r:embed="rId5">
            <a:alphaModFix/>
          </a:blip>
          <a:srcRect b="0" l="0" r="0" t="0"/>
          <a:stretch/>
        </p:blipFill>
        <p:spPr>
          <a:xfrm>
            <a:off x="5995266" y="2684342"/>
            <a:ext cx="2743200" cy="3750733"/>
          </a:xfrm>
          <a:prstGeom prst="rect">
            <a:avLst/>
          </a:prstGeom>
          <a:noFill/>
          <a:ln>
            <a:noFill/>
          </a:ln>
        </p:spPr>
      </p:pic>
      <p:pic>
        <p:nvPicPr>
          <p:cNvPr id="101" name="Google Shape;101;p7"/>
          <p:cNvPicPr preferRelativeResize="0"/>
          <p:nvPr/>
        </p:nvPicPr>
        <p:blipFill rotWithShape="1">
          <a:blip r:embed="rId6">
            <a:alphaModFix/>
          </a:blip>
          <a:srcRect b="0" l="0" r="0" t="0"/>
          <a:stretch/>
        </p:blipFill>
        <p:spPr>
          <a:xfrm>
            <a:off x="3430765" y="854049"/>
            <a:ext cx="2435815" cy="2423990"/>
          </a:xfrm>
          <a:prstGeom prst="rect">
            <a:avLst/>
          </a:prstGeom>
          <a:noFill/>
          <a:ln>
            <a:noFill/>
          </a:ln>
        </p:spPr>
      </p:pic>
      <p:pic>
        <p:nvPicPr>
          <p:cNvPr id="102" name="Google Shape;102;p7"/>
          <p:cNvPicPr preferRelativeResize="0"/>
          <p:nvPr/>
        </p:nvPicPr>
        <p:blipFill rotWithShape="1">
          <a:blip r:embed="rId7">
            <a:alphaModFix/>
          </a:blip>
          <a:srcRect b="0" l="0" r="0" t="0"/>
          <a:stretch/>
        </p:blipFill>
        <p:spPr>
          <a:xfrm>
            <a:off x="3146722" y="4056729"/>
            <a:ext cx="2743200" cy="1947222"/>
          </a:xfrm>
          <a:prstGeom prst="rect">
            <a:avLst/>
          </a:prstGeom>
          <a:noFill/>
          <a:ln>
            <a:noFill/>
          </a:ln>
        </p:spPr>
      </p:pic>
      <p:pic>
        <p:nvPicPr>
          <p:cNvPr id="103" name="Google Shape;103;p7"/>
          <p:cNvPicPr preferRelativeResize="0"/>
          <p:nvPr/>
        </p:nvPicPr>
        <p:blipFill rotWithShape="1">
          <a:blip r:embed="rId8">
            <a:alphaModFix/>
          </a:blip>
          <a:srcRect b="0" l="0" r="0" t="0"/>
          <a:stretch/>
        </p:blipFill>
        <p:spPr>
          <a:xfrm rot="379276">
            <a:off x="5995266" y="359282"/>
            <a:ext cx="2743200" cy="201209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8"/>
          <p:cNvSpPr txBox="1"/>
          <p:nvPr>
            <p:ph type="title"/>
          </p:nvPr>
        </p:nvSpPr>
        <p:spPr>
          <a:xfrm>
            <a:off x="573272" y="370182"/>
            <a:ext cx="8249455" cy="92579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Self-management skills: Organization </a:t>
            </a:r>
            <a:endParaRPr/>
          </a:p>
        </p:txBody>
      </p:sp>
      <p:sp>
        <p:nvSpPr>
          <p:cNvPr id="110" name="Google Shape;110;p8"/>
          <p:cNvSpPr txBox="1"/>
          <p:nvPr>
            <p:ph idx="1" type="body"/>
          </p:nvPr>
        </p:nvSpPr>
        <p:spPr>
          <a:xfrm>
            <a:off x="756000" y="1440000"/>
            <a:ext cx="7884000" cy="44640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Clr>
                <a:schemeClr val="dk2"/>
              </a:buClr>
              <a:buSzPts val="1800"/>
              <a:buChar char="•"/>
            </a:pPr>
            <a:r>
              <a:rPr lang="en-US" sz="1800"/>
              <a:t>Managing time and tasks effectively</a:t>
            </a:r>
            <a:endParaRPr/>
          </a:p>
          <a:p>
            <a:pPr indent="-228600" lvl="0" marL="457200" rtl="0" algn="l">
              <a:lnSpc>
                <a:spcPct val="100000"/>
              </a:lnSpc>
              <a:spcBef>
                <a:spcPts val="0"/>
              </a:spcBef>
              <a:spcAft>
                <a:spcPts val="0"/>
              </a:spcAft>
              <a:buClr>
                <a:schemeClr val="dk2"/>
              </a:buClr>
              <a:buSzPts val="1800"/>
              <a:buNone/>
            </a:pPr>
            <a:r>
              <a:t/>
            </a:r>
            <a:endParaRPr sz="1800"/>
          </a:p>
        </p:txBody>
      </p:sp>
      <p:graphicFrame>
        <p:nvGraphicFramePr>
          <p:cNvPr id="111" name="Google Shape;111;p8"/>
          <p:cNvGraphicFramePr/>
          <p:nvPr/>
        </p:nvGraphicFramePr>
        <p:xfrm>
          <a:off x="912488" y="1906804"/>
          <a:ext cx="3000000" cy="3000000"/>
        </p:xfrm>
        <a:graphic>
          <a:graphicData uri="http://schemas.openxmlformats.org/drawingml/2006/table">
            <a:tbl>
              <a:tblPr bandRow="1" firstRow="1">
                <a:noFill/>
                <a:tableStyleId>{DD00727C-070B-4B82-91DE-5EB5079425F2}</a:tableStyleId>
              </a:tblPr>
              <a:tblGrid>
                <a:gridCol w="2388850"/>
                <a:gridCol w="5182175"/>
              </a:tblGrid>
              <a:tr h="7725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lt1"/>
                          </a:solidFill>
                        </a:rPr>
                        <a:t>ATL skill(s) </a:t>
                      </a:r>
                      <a:r>
                        <a:rPr b="1" i="0" lang="en-US" sz="1400" u="none" cap="none" strike="noStrike">
                          <a:solidFill>
                            <a:schemeClr val="lt1"/>
                          </a:solidFill>
                          <a:latin typeface="Arial"/>
                          <a:ea typeface="Arial"/>
                          <a:cs typeface="Arial"/>
                          <a:sym typeface="Arial"/>
                        </a:rPr>
                        <a:t>clusters</a:t>
                      </a:r>
                      <a:endParaRPr sz="1400" u="none" cap="none" strike="noStrike"/>
                    </a:p>
                  </a:txBody>
                  <a:tcPr marT="45725" marB="45725" marR="91450" marL="91450">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How have you developed these skills?</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Give specific examples of how you have used them in your project (before/after).</a:t>
                      </a:r>
                      <a:endParaRPr b="1" sz="1400" u="none" cap="none" strike="noStrike">
                        <a:solidFill>
                          <a:schemeClr val="lt1"/>
                        </a:solidFill>
                      </a:endParaRPr>
                    </a:p>
                  </a:txBody>
                  <a:tcPr marT="45725" marB="45725" marR="91450" marL="91450">
                    <a:solidFill>
                      <a:schemeClr val="accent1"/>
                    </a:solidFill>
                  </a:tcPr>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Information literacy</a:t>
                      </a:r>
                      <a:endParaRPr sz="1400" u="none" cap="none" strike="noStrike">
                        <a:solidFill>
                          <a:schemeClr val="dk2"/>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Media literacy</a:t>
                      </a:r>
                      <a:endParaRPr sz="1400" u="none" cap="none" strike="noStrike">
                        <a:solidFill>
                          <a:schemeClr val="dk2"/>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Organization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041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2"/>
                          </a:solidFill>
                        </a:rPr>
                        <a:t>Affective skills</a:t>
                      </a:r>
                      <a:endParaRPr b="0" sz="1400" u="none" cap="none" strike="noStrike">
                        <a:solidFill>
                          <a:schemeClr val="dk2"/>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Collaboration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Communication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Critical thinking</a:t>
                      </a:r>
                      <a:endParaRPr sz="1400" u="none" cap="none" strike="noStrike">
                        <a:solidFill>
                          <a:schemeClr val="dk2"/>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Creative thinking</a:t>
                      </a:r>
                      <a:endParaRPr sz="1400" u="none" cap="none" strike="noStrike">
                        <a:solidFill>
                          <a:schemeClr val="dk2"/>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Transfer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9"/>
          <p:cNvSpPr txBox="1"/>
          <p:nvPr>
            <p:ph type="title"/>
          </p:nvPr>
        </p:nvSpPr>
        <p:spPr>
          <a:xfrm>
            <a:off x="756000" y="324000"/>
            <a:ext cx="7884000" cy="637534"/>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Self-management skills: Reflection </a:t>
            </a:r>
            <a:endParaRPr/>
          </a:p>
        </p:txBody>
      </p:sp>
      <p:sp>
        <p:nvSpPr>
          <p:cNvPr id="118" name="Google Shape;118;p9"/>
          <p:cNvSpPr txBox="1"/>
          <p:nvPr>
            <p:ph idx="1" type="body"/>
          </p:nvPr>
        </p:nvSpPr>
        <p:spPr>
          <a:xfrm>
            <a:off x="752830" y="1000577"/>
            <a:ext cx="7884000" cy="1076957"/>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Clr>
                <a:schemeClr val="dk2"/>
              </a:buClr>
              <a:buSzPts val="1800"/>
              <a:buChar char="•"/>
            </a:pPr>
            <a:r>
              <a:rPr lang="en-US" sz="1800"/>
              <a:t>Develop new skills, techniques and strategies for effective learning</a:t>
            </a:r>
            <a:endParaRPr/>
          </a:p>
          <a:p>
            <a:pPr indent="-342900" lvl="0" marL="457200" rtl="0" algn="l">
              <a:lnSpc>
                <a:spcPct val="100000"/>
              </a:lnSpc>
              <a:spcBef>
                <a:spcPts val="0"/>
              </a:spcBef>
              <a:spcAft>
                <a:spcPts val="0"/>
              </a:spcAft>
              <a:buClr>
                <a:schemeClr val="dk2"/>
              </a:buClr>
              <a:buSzPts val="1800"/>
              <a:buChar char="•"/>
            </a:pPr>
            <a:r>
              <a:rPr lang="en-US" sz="1800"/>
              <a:t>Use new ATL skills and evaluate your effectiveness</a:t>
            </a:r>
            <a:endParaRPr/>
          </a:p>
          <a:p>
            <a:pPr indent="-342900" lvl="0" marL="457200" rtl="0" algn="l">
              <a:lnSpc>
                <a:spcPct val="100000"/>
              </a:lnSpc>
              <a:spcBef>
                <a:spcPts val="0"/>
              </a:spcBef>
              <a:spcAft>
                <a:spcPts val="0"/>
              </a:spcAft>
              <a:buClr>
                <a:schemeClr val="dk2"/>
              </a:buClr>
              <a:buSzPts val="1800"/>
              <a:buChar char="•"/>
            </a:pPr>
            <a:r>
              <a:rPr lang="en-US" sz="1800"/>
              <a:t>Consider ATL skills development</a:t>
            </a:r>
            <a:endParaRPr/>
          </a:p>
          <a:p>
            <a:pPr indent="-342900" lvl="0" marL="457200" rtl="0" algn="l">
              <a:lnSpc>
                <a:spcPct val="100000"/>
              </a:lnSpc>
              <a:spcBef>
                <a:spcPts val="0"/>
              </a:spcBef>
              <a:spcAft>
                <a:spcPts val="0"/>
              </a:spcAft>
              <a:buClr>
                <a:schemeClr val="dk2"/>
              </a:buClr>
              <a:buSzPts val="1800"/>
              <a:buChar char="•"/>
            </a:pPr>
            <a:r>
              <a:rPr lang="en-US" sz="1800"/>
              <a:t>Choose the ATLs to inform the report wisely.</a:t>
            </a:r>
            <a:endParaRPr/>
          </a:p>
          <a:p>
            <a:pPr indent="-228600" lvl="0" marL="457200" rtl="0" algn="l">
              <a:lnSpc>
                <a:spcPct val="100000"/>
              </a:lnSpc>
              <a:spcBef>
                <a:spcPts val="0"/>
              </a:spcBef>
              <a:spcAft>
                <a:spcPts val="0"/>
              </a:spcAft>
              <a:buClr>
                <a:schemeClr val="dk2"/>
              </a:buClr>
              <a:buSzPts val="1800"/>
              <a:buNone/>
            </a:pPr>
            <a:r>
              <a:t/>
            </a:r>
            <a:endParaRPr sz="1800"/>
          </a:p>
          <a:p>
            <a:pPr indent="-228600" lvl="0" marL="457200" rtl="0" algn="l">
              <a:lnSpc>
                <a:spcPct val="100000"/>
              </a:lnSpc>
              <a:spcBef>
                <a:spcPts val="0"/>
              </a:spcBef>
              <a:spcAft>
                <a:spcPts val="0"/>
              </a:spcAft>
              <a:buClr>
                <a:schemeClr val="dk2"/>
              </a:buClr>
              <a:buSzPts val="1800"/>
              <a:buNone/>
            </a:pPr>
            <a:r>
              <a:t/>
            </a:r>
            <a:endParaRPr sz="1800"/>
          </a:p>
        </p:txBody>
      </p:sp>
      <p:graphicFrame>
        <p:nvGraphicFramePr>
          <p:cNvPr id="119" name="Google Shape;119;p9"/>
          <p:cNvGraphicFramePr/>
          <p:nvPr/>
        </p:nvGraphicFramePr>
        <p:xfrm>
          <a:off x="908028" y="2377765"/>
          <a:ext cx="3000000" cy="3000000"/>
        </p:xfrm>
        <a:graphic>
          <a:graphicData uri="http://schemas.openxmlformats.org/drawingml/2006/table">
            <a:tbl>
              <a:tblPr bandRow="1" firstRow="1">
                <a:noFill/>
                <a:tableStyleId>{DD00727C-070B-4B82-91DE-5EB5079425F2}</a:tableStyleId>
              </a:tblPr>
              <a:tblGrid>
                <a:gridCol w="2234650"/>
                <a:gridCol w="4847650"/>
              </a:tblGrid>
              <a:tr h="9428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lt1"/>
                          </a:solidFill>
                        </a:rPr>
                        <a:t>ATL skill(s) </a:t>
                      </a:r>
                      <a:r>
                        <a:rPr b="1" i="0" lang="en-US" sz="1400" u="none" cap="none" strike="noStrike">
                          <a:solidFill>
                            <a:schemeClr val="lt1"/>
                          </a:solidFill>
                          <a:latin typeface="Arial"/>
                          <a:ea typeface="Arial"/>
                          <a:cs typeface="Arial"/>
                          <a:sym typeface="Arial"/>
                        </a:rPr>
                        <a:t>clusters</a:t>
                      </a:r>
                      <a:endParaRPr sz="1400" u="none" cap="none" strike="noStrike"/>
                    </a:p>
                  </a:txBody>
                  <a:tcPr marT="45725" marB="45725" marR="91450" marL="91450">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How have you developed these skills?</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Arial"/>
                          <a:ea typeface="Arial"/>
                          <a:cs typeface="Arial"/>
                          <a:sym typeface="Arial"/>
                        </a:rPr>
                        <a:t>Give specific examples of how you have used them in your project (before/after).</a:t>
                      </a:r>
                      <a:endParaRPr b="1" sz="1400" u="none" cap="none" strike="noStrike">
                        <a:solidFill>
                          <a:schemeClr val="lt1"/>
                        </a:solidFill>
                      </a:endParaRPr>
                    </a:p>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solidFill>
                          <a:schemeClr val="lt1"/>
                        </a:solidFill>
                      </a:endParaRPr>
                    </a:p>
                  </a:txBody>
                  <a:tcPr marT="45725" marB="45725" marR="91450" marL="91450">
                    <a:solidFill>
                      <a:schemeClr val="accent1"/>
                    </a:solidFill>
                  </a:tcPr>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accent1"/>
                          </a:solidFill>
                        </a:rPr>
                        <a:t>Information literacy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accent1"/>
                          </a:solidFill>
                        </a:rPr>
                        <a:t>Media literacy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accent1"/>
                          </a:solidFill>
                        </a:rPr>
                        <a:t>Organization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041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accent1"/>
                          </a:solidFill>
                        </a:rPr>
                        <a:t>Affective skills</a:t>
                      </a:r>
                      <a:endParaRPr b="0" sz="1400" u="none" cap="none" strike="noStrike">
                        <a:solidFill>
                          <a:schemeClr val="accent1"/>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accent1"/>
                          </a:solidFill>
                        </a:rPr>
                        <a:t>Collaboration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accent1"/>
                          </a:solidFill>
                        </a:rPr>
                        <a:t>Communication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3649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accent1"/>
                          </a:solidFill>
                        </a:rPr>
                        <a: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bl>
          </a:graphicData>
        </a:graphic>
      </p:graphicFrame>
      <p:sp>
        <p:nvSpPr>
          <p:cNvPr id="120" name="Google Shape;120;p9"/>
          <p:cNvSpPr txBox="1"/>
          <p:nvPr/>
        </p:nvSpPr>
        <p:spPr>
          <a:xfrm>
            <a:off x="3956598" y="3902520"/>
            <a:ext cx="4807880" cy="2246769"/>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accent1"/>
                </a:solidFill>
                <a:latin typeface="Open Sans"/>
                <a:ea typeface="Open Sans"/>
                <a:cs typeface="Open Sans"/>
                <a:sym typeface="Open Sans"/>
              </a:rPr>
              <a:t>Explain how the ATL skills were applied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accent1"/>
                </a:solidFill>
                <a:latin typeface="Open Sans"/>
                <a:ea typeface="Open Sans"/>
                <a:cs typeface="Open Sans"/>
                <a:sym typeface="Open Sans"/>
              </a:rPr>
              <a:t>Describe the link between the ATL skill and the learning goal/product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accent1"/>
                </a:solidFill>
                <a:latin typeface="Open Sans"/>
                <a:ea typeface="Open Sans"/>
                <a:cs typeface="Open Sans"/>
                <a:sym typeface="Open Sans"/>
              </a:rPr>
              <a:t>Give reasons why they were applied</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accent1"/>
                </a:solidFill>
                <a:latin typeface="Open Sans"/>
                <a:ea typeface="Open Sans"/>
                <a:cs typeface="Open Sans"/>
                <a:sym typeface="Open Sans"/>
              </a:rPr>
              <a:t>Provide examples or evidence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accent1"/>
                </a:solidFill>
                <a:latin typeface="Open Sans"/>
                <a:ea typeface="Open Sans"/>
                <a:cs typeface="Open Sans"/>
                <a:sym typeface="Open Sans"/>
              </a:rPr>
              <a:t>Explain how they helped in achieving the learning goal and product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accent1"/>
                </a:solidFill>
                <a:latin typeface="Open Sans"/>
                <a:ea typeface="Open Sans"/>
                <a:cs typeface="Open Sans"/>
                <a:sym typeface="Open Sans"/>
              </a:rPr>
              <a:t>Give reasons why the ATL skills helped you to achieve your learning goal/product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0"/>
          <p:cNvSpPr txBox="1"/>
          <p:nvPr>
            <p:ph type="title"/>
          </p:nvPr>
        </p:nvSpPr>
        <p:spPr>
          <a:xfrm>
            <a:off x="781878" y="324000"/>
            <a:ext cx="7858121" cy="92579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ATL skills </a:t>
            </a:r>
            <a:endParaRPr/>
          </a:p>
        </p:txBody>
      </p:sp>
      <p:sp>
        <p:nvSpPr>
          <p:cNvPr id="127" name="Google Shape;127;p10"/>
          <p:cNvSpPr txBox="1"/>
          <p:nvPr>
            <p:ph idx="1" type="body"/>
          </p:nvPr>
        </p:nvSpPr>
        <p:spPr>
          <a:xfrm>
            <a:off x="756000" y="1440000"/>
            <a:ext cx="7884000" cy="446400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Clr>
                <a:schemeClr val="dk2"/>
              </a:buClr>
              <a:buSzPts val="1800"/>
              <a:buChar char="•"/>
            </a:pPr>
            <a:r>
              <a:rPr lang="en-US" sz="1800"/>
              <a:t>Record the ATL skills that match project tasks</a:t>
            </a:r>
            <a:endParaRPr/>
          </a:p>
        </p:txBody>
      </p:sp>
      <p:graphicFrame>
        <p:nvGraphicFramePr>
          <p:cNvPr id="128" name="Google Shape;128;p10"/>
          <p:cNvGraphicFramePr/>
          <p:nvPr/>
        </p:nvGraphicFramePr>
        <p:xfrm>
          <a:off x="781879" y="1893426"/>
          <a:ext cx="3000000" cy="3000000"/>
        </p:xfrm>
        <a:graphic>
          <a:graphicData uri="http://schemas.openxmlformats.org/drawingml/2006/table">
            <a:tbl>
              <a:tblPr bandRow="1" firstRow="1">
                <a:noFill/>
                <a:tableStyleId>{DD00727C-070B-4B82-91DE-5EB5079425F2}</a:tableStyleId>
              </a:tblPr>
              <a:tblGrid>
                <a:gridCol w="2163250"/>
                <a:gridCol w="3498050"/>
                <a:gridCol w="2301325"/>
              </a:tblGrid>
              <a:tr h="7601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lt1"/>
                          </a:solidFill>
                        </a:rPr>
                        <a:t>ATL skill(s) </a:t>
                      </a:r>
                      <a:r>
                        <a:rPr b="1" i="0" lang="en-US" sz="1400" u="none" cap="none" strike="noStrike">
                          <a:solidFill>
                            <a:schemeClr val="lt1"/>
                          </a:solidFill>
                          <a:latin typeface="Arial"/>
                          <a:ea typeface="Arial"/>
                          <a:cs typeface="Arial"/>
                          <a:sym typeface="Arial"/>
                        </a:rPr>
                        <a:t>clusters</a:t>
                      </a:r>
                      <a:endParaRPr sz="1400" u="none" cap="none" strike="noStrike"/>
                    </a:p>
                  </a:txBody>
                  <a:tcPr marT="45725" marB="45725" marR="91450" marL="91450">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lt1"/>
                          </a:solidFill>
                        </a:rPr>
                        <a:t>How have you developed these skills?</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1" lang="en-US" sz="1400" u="none" cap="none" strike="noStrike">
                          <a:solidFill>
                            <a:schemeClr val="lt1"/>
                          </a:solidFill>
                        </a:rPr>
                        <a:t>What steps did you take?</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1" lang="en-US" sz="1400" u="none" cap="none" strike="noStrike">
                          <a:solidFill>
                            <a:schemeClr val="lt1"/>
                          </a:solidFill>
                        </a:rPr>
                        <a:t>How did you use these skills?</a:t>
                      </a:r>
                      <a:endParaRPr sz="1400" u="none" cap="none" strike="noStrike"/>
                    </a:p>
                  </a:txBody>
                  <a:tcPr marT="45725" marB="45725" marR="91450" marL="91450">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lt1"/>
                          </a:solidFill>
                        </a:rPr>
                        <a:t>Evidence of this step</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solidFill>
                          <a:schemeClr val="lt1"/>
                        </a:solidFill>
                      </a:endParaRPr>
                    </a:p>
                  </a:txBody>
                  <a:tcPr marT="45725" marB="45725" marR="91450" marL="91450">
                    <a:solidFill>
                      <a:schemeClr val="accent1"/>
                    </a:solidFill>
                  </a:tcPr>
                </a:tc>
              </a:tr>
              <a:tr h="4526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Information literacy</a:t>
                      </a:r>
                      <a:endParaRPr sz="1400" u="none" cap="none" strike="noStrike">
                        <a:solidFill>
                          <a:schemeClr val="dk2"/>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4677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Media literacy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4526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Organization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482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2"/>
                          </a:solidFill>
                        </a:rPr>
                        <a:t>Affective skills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4677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Collaboration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5281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Communication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r h="4526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45725" marB="45725" marR="91450" marL="91450"/>
                </a:tc>
              </a:tr>
            </a:tbl>
          </a:graphicData>
        </a:graphic>
      </p:graphicFrame>
      <p:sp>
        <p:nvSpPr>
          <p:cNvPr id="129" name="Google Shape;129;p10"/>
          <p:cNvSpPr txBox="1"/>
          <p:nvPr/>
        </p:nvSpPr>
        <p:spPr>
          <a:xfrm>
            <a:off x="2954865" y="2619409"/>
            <a:ext cx="338192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accent1"/>
                </a:solidFill>
                <a:latin typeface="Arial"/>
                <a:ea typeface="Arial"/>
                <a:cs typeface="Arial"/>
                <a:sym typeface="Arial"/>
              </a:rPr>
              <a:t>Survey teenagers on their lifestyle, health and fitness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1"/>
          <p:cNvSpPr txBox="1"/>
          <p:nvPr>
            <p:ph type="title"/>
          </p:nvPr>
        </p:nvSpPr>
        <p:spPr>
          <a:xfrm>
            <a:off x="756000" y="324000"/>
            <a:ext cx="7884000" cy="6300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Plan what evidence to collect </a:t>
            </a:r>
            <a:endParaRPr/>
          </a:p>
        </p:txBody>
      </p:sp>
      <p:sp>
        <p:nvSpPr>
          <p:cNvPr id="136" name="Google Shape;136;p11"/>
          <p:cNvSpPr txBox="1"/>
          <p:nvPr>
            <p:ph idx="1" type="body"/>
          </p:nvPr>
        </p:nvSpPr>
        <p:spPr>
          <a:xfrm>
            <a:off x="781879" y="1069351"/>
            <a:ext cx="7392494" cy="566502"/>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Clr>
                <a:schemeClr val="dk2"/>
              </a:buClr>
              <a:buSzPts val="1800"/>
              <a:buChar char="•"/>
            </a:pPr>
            <a:r>
              <a:rPr lang="en-US" sz="1800"/>
              <a:t>Plan what evidence to record to inform the report wisely.</a:t>
            </a:r>
            <a:endParaRPr/>
          </a:p>
        </p:txBody>
      </p:sp>
      <p:graphicFrame>
        <p:nvGraphicFramePr>
          <p:cNvPr id="137" name="Google Shape;137;p11"/>
          <p:cNvGraphicFramePr/>
          <p:nvPr/>
        </p:nvGraphicFramePr>
        <p:xfrm>
          <a:off x="781879" y="1635853"/>
          <a:ext cx="3000000" cy="3000000"/>
        </p:xfrm>
        <a:graphic>
          <a:graphicData uri="http://schemas.openxmlformats.org/drawingml/2006/table">
            <a:tbl>
              <a:tblPr bandRow="1" firstRow="1">
                <a:noFill/>
                <a:tableStyleId>{DD00727C-070B-4B82-91DE-5EB5079425F2}</a:tableStyleId>
              </a:tblPr>
              <a:tblGrid>
                <a:gridCol w="2163250"/>
                <a:gridCol w="3498050"/>
                <a:gridCol w="2301325"/>
              </a:tblGrid>
              <a:tr h="741275">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lt1"/>
                          </a:solidFill>
                        </a:rPr>
                        <a:t>ATL skill(s) </a:t>
                      </a:r>
                      <a:r>
                        <a:rPr b="1" i="0" lang="en-US" sz="1400" u="none" cap="none" strike="noStrike">
                          <a:solidFill>
                            <a:schemeClr val="lt1"/>
                          </a:solidFill>
                          <a:latin typeface="Arial"/>
                          <a:ea typeface="Arial"/>
                          <a:cs typeface="Arial"/>
                          <a:sym typeface="Arial"/>
                        </a:rPr>
                        <a:t>clusters</a:t>
                      </a:r>
                      <a:endParaRPr sz="1400" u="none" cap="none" strike="noStrike"/>
                    </a:p>
                  </a:txBody>
                  <a:tcPr marT="45725" marB="45725" marR="91450" marL="91450">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lt1"/>
                          </a:solidFill>
                        </a:rPr>
                        <a:t>How have you developed these skills?</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1" lang="en-US" sz="1400" u="none" cap="none" strike="noStrike">
                          <a:solidFill>
                            <a:schemeClr val="lt1"/>
                          </a:solidFill>
                        </a:rPr>
                        <a:t>What steps did you take?</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1" lang="en-US" sz="1400" u="none" cap="none" strike="noStrike">
                          <a:solidFill>
                            <a:schemeClr val="lt1"/>
                          </a:solidFill>
                        </a:rPr>
                        <a:t>How did you use these skills?</a:t>
                      </a:r>
                      <a:endParaRPr sz="1400" u="none" cap="none" strike="noStrike"/>
                    </a:p>
                  </a:txBody>
                  <a:tcPr marT="45725" marB="45725" marR="91450" marL="91450">
                    <a:solidFill>
                      <a:schemeClr val="accen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lt1"/>
                          </a:solidFill>
                        </a:rPr>
                        <a:t>Evidence of this step</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b="1" sz="1400" u="none" cap="none" strike="noStrike">
                        <a:solidFill>
                          <a:schemeClr val="lt1"/>
                        </a:solidFill>
                      </a:endParaRPr>
                    </a:p>
                  </a:txBody>
                  <a:tcPr marT="45725" marB="45725" marR="91450" marL="91450">
                    <a:solidFill>
                      <a:schemeClr val="accent1"/>
                    </a:solidFill>
                  </a:tcPr>
                </a:tc>
              </a:tr>
              <a:tr h="9214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Information literacy</a:t>
                      </a:r>
                      <a:endParaRPr sz="1400" u="none" cap="none" strike="noStrike">
                        <a:solidFill>
                          <a:schemeClr val="dk2"/>
                        </a:solidFill>
                      </a:endParaRPr>
                    </a:p>
                  </a:txBody>
                  <a:tcPr marT="45725" marB="45725" marR="91450" marL="91450"/>
                </a:tc>
                <a:tc>
                  <a:txBody>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Collect and verify data on fitness for teenagers</a:t>
                      </a:r>
                      <a:endParaRPr sz="1400" u="none" cap="none" strike="noStrike">
                        <a:solidFill>
                          <a:schemeClr val="dk2"/>
                        </a:solidFil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rPr>
                        <a:t>Decide on useful sources to reach learning goal using research table</a:t>
                      </a:r>
                      <a:endParaRPr sz="1400" u="none" cap="none" strike="noStrike"/>
                    </a:p>
                  </a:txBody>
                  <a:tcPr marT="45725" marB="45725" marR="91450" marL="91450"/>
                </a:tc>
                <a:tc>
                  <a:txBody>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Bibliography</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research table</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2"/>
                        </a:solidFill>
                      </a:endParaRPr>
                    </a:p>
                  </a:txBody>
                  <a:tcPr marT="45725" marB="45725" marR="91450" marL="91450"/>
                </a:tc>
              </a:tr>
              <a:tr h="3090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Media literacy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Arial"/>
                          <a:ea typeface="Arial"/>
                          <a:cs typeface="Arial"/>
                          <a:sym typeface="Arial"/>
                        </a:rPr>
                        <a: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2"/>
                        </a:solidFill>
                      </a:endParaRPr>
                    </a:p>
                  </a:txBody>
                  <a:tcPr marT="45725" marB="45725" marR="91450" marL="91450"/>
                </a:tc>
              </a:tr>
              <a:tr h="7133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Organization</a:t>
                      </a:r>
                      <a:endParaRPr sz="1400" u="none" cap="none" strike="noStrike"/>
                    </a:p>
                  </a:txBody>
                  <a:tcPr marT="45725" marB="45725" marR="91450" marL="91450"/>
                </a:tc>
                <a:tc>
                  <a:txBody>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Make a to-do list</a:t>
                      </a:r>
                      <a:endParaRPr b="0" i="0" sz="1400" u="none" cap="none" strike="noStrike">
                        <a:solidFill>
                          <a:schemeClr val="dk2"/>
                        </a:solidFil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Keep all project-related work, sources and data in a process journal</a:t>
                      </a:r>
                      <a:endParaRPr sz="1400" u="none" cap="none" strike="noStrike">
                        <a:solidFill>
                          <a:schemeClr val="dk2"/>
                        </a:solidFill>
                      </a:endParaRPr>
                    </a:p>
                  </a:txBody>
                  <a:tcPr marT="45725" marB="45725" marR="91450" marL="91450"/>
                </a:tc>
                <a:tc>
                  <a:txBody>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To-do list</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Process journal entries</a:t>
                      </a:r>
                      <a:endParaRPr sz="1400" u="none" cap="none" strike="noStrike"/>
                    </a:p>
                  </a:txBody>
                  <a:tcPr marT="45725" marB="45725" marR="91450" marL="91450"/>
                </a:tc>
              </a:tr>
              <a:tr h="32370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2"/>
                          </a:solidFill>
                        </a:rPr>
                        <a:t>Affective skills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2"/>
                          </a:solidFill>
                          <a:latin typeface="Arial"/>
                          <a:ea typeface="Arial"/>
                          <a:cs typeface="Arial"/>
                          <a:sym typeface="Arial"/>
                        </a:rPr>
                        <a: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2"/>
                        </a:solidFill>
                      </a:endParaRPr>
                    </a:p>
                  </a:txBody>
                  <a:tcPr marT="45725" marB="45725" marR="91450" marL="91450"/>
                </a:tc>
              </a:tr>
              <a:tr h="3237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Collaboration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2"/>
                          </a:solidFill>
                        </a:rPr>
                        <a:t>...</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2"/>
                        </a:solidFill>
                      </a:endParaRPr>
                    </a:p>
                  </a:txBody>
                  <a:tcPr marT="45725" marB="45725" marR="91450" marL="91450"/>
                </a:tc>
              </a:tr>
              <a:tr h="9711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Communication</a:t>
                      </a:r>
                      <a:endParaRPr sz="1400" u="none" cap="none" strike="noStrike"/>
                    </a:p>
                  </a:txBody>
                  <a:tcPr marT="45725" marB="45725" marR="91450" marL="91450"/>
                </a:tc>
                <a:tc>
                  <a:txBody>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Use appropriate forms of writing</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Receive meaningful feedback</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Use a variety of media to communicate</a:t>
                      </a:r>
                      <a:endParaRPr sz="1400" u="none" cap="none" strike="noStrike">
                        <a:solidFill>
                          <a:schemeClr val="dk2"/>
                        </a:solidFill>
                      </a:endParaRPr>
                    </a:p>
                  </a:txBody>
                  <a:tcPr marT="45725" marB="45725" marR="91450" marL="91450"/>
                </a:tc>
                <a:tc>
                  <a:txBody>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Survey questions ...</a:t>
                      </a:r>
                      <a:endParaRPr b="0" i="0" sz="1400" u="none" cap="none" strike="noStrike">
                        <a:solidFill>
                          <a:schemeClr val="dk2"/>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 Answers received</a:t>
                      </a:r>
                      <a:endParaRPr sz="1400" u="none" cap="none" strike="noStrike"/>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chemeClr val="dk2"/>
                          </a:solidFill>
                          <a:latin typeface="Arial"/>
                          <a:ea typeface="Arial"/>
                          <a:cs typeface="Arial"/>
                          <a:sym typeface="Arial"/>
                        </a:rPr>
                        <a:t>Invitations to survey</a:t>
                      </a:r>
                      <a:endParaRPr sz="1400" u="none" cap="none" strike="noStrike"/>
                    </a:p>
                  </a:txBody>
                  <a:tcPr marT="45725" marB="45725" marR="91450" marL="91450"/>
                </a:tc>
              </a:tr>
            </a:tbl>
          </a:graphicData>
        </a:graphic>
      </p:graphicFrame>
      <p:sp>
        <p:nvSpPr>
          <p:cNvPr id="138" name="Google Shape;138;p11"/>
          <p:cNvSpPr/>
          <p:nvPr/>
        </p:nvSpPr>
        <p:spPr>
          <a:xfrm>
            <a:off x="6360376" y="1484380"/>
            <a:ext cx="2518418" cy="4564726"/>
          </a:xfrm>
          <a:prstGeom prst="flowChartAlternateProcess">
            <a:avLst/>
          </a:prstGeom>
          <a:noFill/>
          <a:ln cap="flat" cmpd="sng" w="5715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type="ctrTitle"/>
          </p:nvPr>
        </p:nvSpPr>
        <p:spPr>
          <a:xfrm>
            <a:off x="756000" y="1367758"/>
            <a:ext cx="7884000" cy="20520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Clr>
                <a:schemeClr val="accent2"/>
              </a:buClr>
              <a:buSzPts val="5000"/>
              <a:buFont typeface="Open Sans"/>
              <a:buNone/>
            </a:pPr>
            <a:r>
              <a:rPr lang="en-US"/>
              <a:t>Collecting evidence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3"/>
          <p:cNvSpPr txBox="1"/>
          <p:nvPr>
            <p:ph type="title"/>
          </p:nvPr>
        </p:nvSpPr>
        <p:spPr>
          <a:xfrm>
            <a:off x="218525" y="701725"/>
            <a:ext cx="8690100" cy="4114446"/>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1800"/>
              <a:buNone/>
            </a:pPr>
            <a:r>
              <a:rPr lang="en-US"/>
              <a:t>"When teaching and learning are visible there is a greater likelihood of you reaching higher levels of achievement" </a:t>
            </a:r>
            <a:br>
              <a:rPr lang="en-US"/>
            </a:br>
            <a:br>
              <a:rPr lang="en-US" sz="800"/>
            </a:br>
            <a:r>
              <a:rPr b="0" lang="en-US" sz="2200"/>
              <a:t>John Hattie</a:t>
            </a:r>
            <a:endParaRPr b="0" sz="2200"/>
          </a:p>
        </p:txBody>
      </p:sp>
      <p:pic>
        <p:nvPicPr>
          <p:cNvPr id="150" name="Google Shape;150;p13"/>
          <p:cNvPicPr preferRelativeResize="0"/>
          <p:nvPr/>
        </p:nvPicPr>
        <p:blipFill rotWithShape="1">
          <a:blip r:embed="rId3">
            <a:alphaModFix/>
          </a:blip>
          <a:srcRect b="0" l="0" r="0" t="0"/>
          <a:stretch/>
        </p:blipFill>
        <p:spPr>
          <a:xfrm>
            <a:off x="2424418" y="2873252"/>
            <a:ext cx="4721671" cy="308293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4"/>
          <p:cNvSpPr txBox="1"/>
          <p:nvPr>
            <p:ph type="title"/>
          </p:nvPr>
        </p:nvSpPr>
        <p:spPr>
          <a:xfrm>
            <a:off x="630000" y="203231"/>
            <a:ext cx="7884000" cy="92579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Gathering evidence</a:t>
            </a:r>
            <a:endParaRPr/>
          </a:p>
        </p:txBody>
      </p:sp>
      <p:sp>
        <p:nvSpPr>
          <p:cNvPr id="157" name="Google Shape;157;p14"/>
          <p:cNvSpPr txBox="1"/>
          <p:nvPr>
            <p:ph idx="1" type="body"/>
          </p:nvPr>
        </p:nvSpPr>
        <p:spPr>
          <a:xfrm>
            <a:off x="531713" y="1129022"/>
            <a:ext cx="7884000" cy="2054125"/>
          </a:xfrm>
          <a:prstGeom prst="rect">
            <a:avLst/>
          </a:prstGeom>
          <a:noFill/>
          <a:ln>
            <a:noFill/>
          </a:ln>
        </p:spPr>
        <p:txBody>
          <a:bodyPr anchorCtr="0" anchor="t" bIns="0" lIns="0" spcFirstLastPara="1" rIns="0" wrap="square" tIns="0">
            <a:noAutofit/>
          </a:bodyPr>
          <a:lstStyle/>
          <a:p>
            <a:pPr indent="0" lvl="0" marL="114300" rtl="0" algn="l">
              <a:lnSpc>
                <a:spcPct val="100000"/>
              </a:lnSpc>
              <a:spcBef>
                <a:spcPts val="0"/>
              </a:spcBef>
              <a:spcAft>
                <a:spcPts val="0"/>
              </a:spcAft>
              <a:buSzPts val="1800"/>
              <a:buNone/>
            </a:pPr>
            <a:r>
              <a:rPr lang="en-US" sz="2000"/>
              <a:t>The ATL skills will help you reach your product goal and your learning goal. Gathering evidence of how you used the ATL skills will also support your reflection at the end of the project.</a:t>
            </a:r>
            <a:endParaRPr/>
          </a:p>
          <a:p>
            <a:pPr indent="0" lvl="0" marL="114300" rtl="0" algn="l">
              <a:lnSpc>
                <a:spcPct val="100000"/>
              </a:lnSpc>
              <a:spcBef>
                <a:spcPts val="0"/>
              </a:spcBef>
              <a:spcAft>
                <a:spcPts val="0"/>
              </a:spcAft>
              <a:buSzPts val="1800"/>
              <a:buNone/>
            </a:pPr>
            <a:r>
              <a:t/>
            </a:r>
            <a:endParaRPr sz="2000"/>
          </a:p>
          <a:p>
            <a:pPr indent="0" lvl="0" marL="114300" rtl="0" algn="l">
              <a:lnSpc>
                <a:spcPct val="100000"/>
              </a:lnSpc>
              <a:spcBef>
                <a:spcPts val="0"/>
              </a:spcBef>
              <a:spcAft>
                <a:spcPts val="0"/>
              </a:spcAft>
              <a:buSzPts val="1800"/>
              <a:buNone/>
            </a:pPr>
            <a:r>
              <a:rPr lang="en-US" sz="2000"/>
              <a:t>Here are some tips:</a:t>
            </a:r>
            <a:endParaRPr/>
          </a:p>
          <a:p>
            <a:pPr indent="0" lvl="0" marL="114300" rtl="0" algn="l">
              <a:lnSpc>
                <a:spcPct val="100000"/>
              </a:lnSpc>
              <a:spcBef>
                <a:spcPts val="0"/>
              </a:spcBef>
              <a:spcAft>
                <a:spcPts val="0"/>
              </a:spcAft>
              <a:buSzPts val="1800"/>
              <a:buNone/>
            </a:pPr>
            <a:r>
              <a:t/>
            </a:r>
            <a:endParaRPr sz="2200"/>
          </a:p>
        </p:txBody>
      </p:sp>
      <p:grpSp>
        <p:nvGrpSpPr>
          <p:cNvPr id="158" name="Google Shape;158;p14"/>
          <p:cNvGrpSpPr/>
          <p:nvPr/>
        </p:nvGrpSpPr>
        <p:grpSpPr>
          <a:xfrm>
            <a:off x="-2195528" y="2053863"/>
            <a:ext cx="9810694" cy="4613579"/>
            <a:chOff x="-3871028" y="-594446"/>
            <a:chExt cx="9810694" cy="4613579"/>
          </a:xfrm>
        </p:grpSpPr>
        <p:sp>
          <p:nvSpPr>
            <p:cNvPr id="159" name="Google Shape;159;p14"/>
            <p:cNvSpPr/>
            <p:nvPr/>
          </p:nvSpPr>
          <p:spPr>
            <a:xfrm>
              <a:off x="-3871028" y="-594446"/>
              <a:ext cx="4613579" cy="4613579"/>
            </a:xfrm>
            <a:prstGeom prst="blockArc">
              <a:avLst>
                <a:gd fmla="val 18900000" name="adj1"/>
                <a:gd fmla="val 2700000" name="adj2"/>
                <a:gd fmla="val 468" name="adj3"/>
              </a:avLst>
            </a:prstGeom>
            <a:noFill/>
            <a:ln cap="flat" cmpd="sng" w="25400">
              <a:solidFill>
                <a:srgbClr val="003B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4"/>
            <p:cNvSpPr/>
            <p:nvPr/>
          </p:nvSpPr>
          <p:spPr>
            <a:xfrm>
              <a:off x="477517" y="342468"/>
              <a:ext cx="5462148" cy="684937"/>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4"/>
            <p:cNvSpPr txBox="1"/>
            <p:nvPr/>
          </p:nvSpPr>
          <p:spPr>
            <a:xfrm>
              <a:off x="477517" y="342468"/>
              <a:ext cx="5462148" cy="684937"/>
            </a:xfrm>
            <a:prstGeom prst="rect">
              <a:avLst/>
            </a:prstGeom>
            <a:noFill/>
            <a:ln>
              <a:noFill/>
            </a:ln>
          </p:spPr>
          <p:txBody>
            <a:bodyPr anchorCtr="0" anchor="ctr" bIns="48250" lIns="543650" spcFirstLastPara="1" rIns="48250" wrap="square" tIns="48250">
              <a:no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chemeClr val="lt1"/>
                  </a:solidFill>
                  <a:latin typeface="Arial"/>
                  <a:ea typeface="Arial"/>
                  <a:cs typeface="Arial"/>
                  <a:sym typeface="Arial"/>
                </a:rPr>
                <a:t>Use any format (or formats) that work for you. </a:t>
              </a:r>
              <a:endParaRPr b="0" i="0" sz="1900" u="none" cap="none" strike="noStrike">
                <a:solidFill>
                  <a:schemeClr val="lt1"/>
                </a:solidFill>
                <a:latin typeface="Arial"/>
                <a:ea typeface="Arial"/>
                <a:cs typeface="Arial"/>
                <a:sym typeface="Arial"/>
              </a:endParaRPr>
            </a:p>
          </p:txBody>
        </p:sp>
        <p:sp>
          <p:nvSpPr>
            <p:cNvPr id="162" name="Google Shape;162;p14"/>
            <p:cNvSpPr/>
            <p:nvPr/>
          </p:nvSpPr>
          <p:spPr>
            <a:xfrm>
              <a:off x="49432" y="256851"/>
              <a:ext cx="856171" cy="856171"/>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4"/>
            <p:cNvSpPr/>
            <p:nvPr/>
          </p:nvSpPr>
          <p:spPr>
            <a:xfrm>
              <a:off x="726492" y="1369874"/>
              <a:ext cx="5213174" cy="684937"/>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4"/>
            <p:cNvSpPr txBox="1"/>
            <p:nvPr/>
          </p:nvSpPr>
          <p:spPr>
            <a:xfrm>
              <a:off x="726492" y="1369874"/>
              <a:ext cx="5213174" cy="684937"/>
            </a:xfrm>
            <a:prstGeom prst="rect">
              <a:avLst/>
            </a:prstGeom>
            <a:noFill/>
            <a:ln>
              <a:noFill/>
            </a:ln>
          </p:spPr>
          <p:txBody>
            <a:bodyPr anchorCtr="0" anchor="ctr" bIns="48250" lIns="543650" spcFirstLastPara="1" rIns="48250" wrap="square" tIns="48250">
              <a:no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chemeClr val="lt1"/>
                  </a:solidFill>
                  <a:latin typeface="Arial"/>
                  <a:ea typeface="Arial"/>
                  <a:cs typeface="Arial"/>
                  <a:sym typeface="Arial"/>
                </a:rPr>
                <a:t>Reflect regularly about what ATL skills you have used recently.</a:t>
              </a:r>
              <a:endParaRPr b="0" i="0" sz="1900" u="none" cap="none" strike="noStrike">
                <a:solidFill>
                  <a:schemeClr val="lt1"/>
                </a:solidFill>
                <a:latin typeface="Arial"/>
                <a:ea typeface="Arial"/>
                <a:cs typeface="Arial"/>
                <a:sym typeface="Arial"/>
              </a:endParaRPr>
            </a:p>
          </p:txBody>
        </p:sp>
        <p:sp>
          <p:nvSpPr>
            <p:cNvPr id="165" name="Google Shape;165;p14"/>
            <p:cNvSpPr/>
            <p:nvPr/>
          </p:nvSpPr>
          <p:spPr>
            <a:xfrm>
              <a:off x="298406" y="1284257"/>
              <a:ext cx="856171" cy="856171"/>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4"/>
            <p:cNvSpPr/>
            <p:nvPr/>
          </p:nvSpPr>
          <p:spPr>
            <a:xfrm>
              <a:off x="477517" y="2397280"/>
              <a:ext cx="5462148" cy="684937"/>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4"/>
            <p:cNvSpPr txBox="1"/>
            <p:nvPr/>
          </p:nvSpPr>
          <p:spPr>
            <a:xfrm>
              <a:off x="477517" y="2397280"/>
              <a:ext cx="5462148" cy="684937"/>
            </a:xfrm>
            <a:prstGeom prst="rect">
              <a:avLst/>
            </a:prstGeom>
            <a:noFill/>
            <a:ln>
              <a:noFill/>
            </a:ln>
          </p:spPr>
          <p:txBody>
            <a:bodyPr anchorCtr="0" anchor="ctr" bIns="48250" lIns="543650" spcFirstLastPara="1" rIns="48250" wrap="square" tIns="48250">
              <a:noAutofit/>
            </a:bodyPr>
            <a:lstStyle/>
            <a:p>
              <a:pPr indent="0" lvl="0" marL="0" marR="0" rtl="0" algn="l">
                <a:lnSpc>
                  <a:spcPct val="90000"/>
                </a:lnSpc>
                <a:spcBef>
                  <a:spcPts val="0"/>
                </a:spcBef>
                <a:spcAft>
                  <a:spcPts val="0"/>
                </a:spcAft>
                <a:buClr>
                  <a:srgbClr val="000000"/>
                </a:buClr>
                <a:buSzPts val="1900"/>
                <a:buFont typeface="Arial"/>
                <a:buNone/>
              </a:pPr>
              <a:r>
                <a:rPr b="0" i="0" lang="en-US" sz="1900" u="none" cap="none" strike="noStrike">
                  <a:solidFill>
                    <a:schemeClr val="lt1"/>
                  </a:solidFill>
                  <a:latin typeface="Arial"/>
                  <a:ea typeface="Arial"/>
                  <a:cs typeface="Arial"/>
                  <a:sym typeface="Arial"/>
                </a:rPr>
                <a:t>Keep a record of your reflections and include supporting evidence and examples.</a:t>
              </a:r>
              <a:endParaRPr b="0" i="0" sz="1900" u="none" cap="none" strike="noStrike">
                <a:solidFill>
                  <a:schemeClr val="lt1"/>
                </a:solidFill>
                <a:latin typeface="Arial"/>
                <a:ea typeface="Arial"/>
                <a:cs typeface="Arial"/>
                <a:sym typeface="Arial"/>
              </a:endParaRPr>
            </a:p>
          </p:txBody>
        </p:sp>
        <p:sp>
          <p:nvSpPr>
            <p:cNvPr id="168" name="Google Shape;168;p14"/>
            <p:cNvSpPr/>
            <p:nvPr/>
          </p:nvSpPr>
          <p:spPr>
            <a:xfrm>
              <a:off x="49432" y="2311663"/>
              <a:ext cx="856171" cy="856171"/>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5"/>
          <p:cNvSpPr txBox="1"/>
          <p:nvPr>
            <p:ph type="title"/>
          </p:nvPr>
        </p:nvSpPr>
        <p:spPr>
          <a:xfrm>
            <a:off x="630000" y="203231"/>
            <a:ext cx="7884000" cy="92579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Gathering evidence</a:t>
            </a:r>
            <a:endParaRPr/>
          </a:p>
        </p:txBody>
      </p:sp>
      <p:sp>
        <p:nvSpPr>
          <p:cNvPr id="175" name="Google Shape;175;p15"/>
          <p:cNvSpPr txBox="1"/>
          <p:nvPr>
            <p:ph idx="1" type="body"/>
          </p:nvPr>
        </p:nvSpPr>
        <p:spPr>
          <a:xfrm>
            <a:off x="548491" y="1373446"/>
            <a:ext cx="7884000" cy="515220"/>
          </a:xfrm>
          <a:prstGeom prst="rect">
            <a:avLst/>
          </a:prstGeom>
          <a:noFill/>
          <a:ln>
            <a:noFill/>
          </a:ln>
        </p:spPr>
        <p:txBody>
          <a:bodyPr anchorCtr="0" anchor="t" bIns="0" lIns="0" spcFirstLastPara="1" rIns="0" wrap="square" tIns="0">
            <a:noAutofit/>
          </a:bodyPr>
          <a:lstStyle/>
          <a:p>
            <a:pPr indent="-342900" lvl="0" marL="457200" rtl="0" algn="l">
              <a:lnSpc>
                <a:spcPct val="100000"/>
              </a:lnSpc>
              <a:spcBef>
                <a:spcPts val="0"/>
              </a:spcBef>
              <a:spcAft>
                <a:spcPts val="0"/>
              </a:spcAft>
              <a:buSzPts val="1800"/>
              <a:buChar char="•"/>
            </a:pPr>
            <a:r>
              <a:rPr b="0" i="0" lang="en-US" sz="2000" u="none" strike="noStrike">
                <a:latin typeface="Open Sans"/>
                <a:ea typeface="Open Sans"/>
                <a:cs typeface="Open Sans"/>
                <a:sym typeface="Open Sans"/>
              </a:rPr>
              <a:t>Examples of supporting evidence could include:</a:t>
            </a:r>
            <a:endParaRPr sz="2000"/>
          </a:p>
        </p:txBody>
      </p:sp>
      <p:grpSp>
        <p:nvGrpSpPr>
          <p:cNvPr id="176" name="Google Shape;176;p15"/>
          <p:cNvGrpSpPr/>
          <p:nvPr/>
        </p:nvGrpSpPr>
        <p:grpSpPr>
          <a:xfrm>
            <a:off x="-3054974" y="1163563"/>
            <a:ext cx="10942260" cy="5634539"/>
            <a:chOff x="-4730474" y="-725104"/>
            <a:chExt cx="10942260" cy="5634539"/>
          </a:xfrm>
        </p:grpSpPr>
        <p:sp>
          <p:nvSpPr>
            <p:cNvPr id="177" name="Google Shape;177;p15"/>
            <p:cNvSpPr/>
            <p:nvPr/>
          </p:nvSpPr>
          <p:spPr>
            <a:xfrm>
              <a:off x="-4730474" y="-725104"/>
              <a:ext cx="5634539" cy="5634539"/>
            </a:xfrm>
            <a:prstGeom prst="blockArc">
              <a:avLst>
                <a:gd fmla="val 18900000" name="adj1"/>
                <a:gd fmla="val 2700000" name="adj2"/>
                <a:gd fmla="val 383" name="adj3"/>
              </a:avLst>
            </a:prstGeom>
            <a:noFill/>
            <a:ln cap="flat" cmpd="sng" w="25400">
              <a:solidFill>
                <a:srgbClr val="003B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5"/>
            <p:cNvSpPr/>
            <p:nvPr/>
          </p:nvSpPr>
          <p:spPr>
            <a:xfrm>
              <a:off x="395657" y="261436"/>
              <a:ext cx="5816129" cy="523208"/>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5"/>
            <p:cNvSpPr txBox="1"/>
            <p:nvPr/>
          </p:nvSpPr>
          <p:spPr>
            <a:xfrm>
              <a:off x="395657" y="261436"/>
              <a:ext cx="5816129" cy="523208"/>
            </a:xfrm>
            <a:prstGeom prst="rect">
              <a:avLst/>
            </a:prstGeom>
            <a:noFill/>
            <a:ln>
              <a:noFill/>
            </a:ln>
          </p:spPr>
          <p:txBody>
            <a:bodyPr anchorCtr="0" anchor="ctr" bIns="40625" lIns="415275" spcFirstLastPara="1" rIns="40625" wrap="square" tIns="40625">
              <a:noAutofit/>
            </a:bodyPr>
            <a:lstStyle/>
            <a:p>
              <a:pPr indent="0" lvl="0" marL="0" marR="0" rtl="0" algn="l">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a series of inquiry questions (research skills)</a:t>
              </a:r>
              <a:endParaRPr b="0" i="0" sz="1400" u="none" cap="none" strike="noStrike">
                <a:solidFill>
                  <a:srgbClr val="000000"/>
                </a:solidFill>
                <a:latin typeface="Arial"/>
                <a:ea typeface="Arial"/>
                <a:cs typeface="Arial"/>
                <a:sym typeface="Arial"/>
              </a:endParaRPr>
            </a:p>
          </p:txBody>
        </p:sp>
        <p:sp>
          <p:nvSpPr>
            <p:cNvPr id="180" name="Google Shape;180;p15"/>
            <p:cNvSpPr/>
            <p:nvPr/>
          </p:nvSpPr>
          <p:spPr>
            <a:xfrm>
              <a:off x="68652" y="196035"/>
              <a:ext cx="654010" cy="65401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5"/>
            <p:cNvSpPr/>
            <p:nvPr/>
          </p:nvSpPr>
          <p:spPr>
            <a:xfrm>
              <a:off x="770573" y="1045998"/>
              <a:ext cx="5441213" cy="523208"/>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5"/>
            <p:cNvSpPr txBox="1"/>
            <p:nvPr/>
          </p:nvSpPr>
          <p:spPr>
            <a:xfrm>
              <a:off x="770573" y="1045998"/>
              <a:ext cx="5441213" cy="523208"/>
            </a:xfrm>
            <a:prstGeom prst="rect">
              <a:avLst/>
            </a:prstGeom>
            <a:noFill/>
            <a:ln>
              <a:noFill/>
            </a:ln>
          </p:spPr>
          <p:txBody>
            <a:bodyPr anchorCtr="0" anchor="ctr" bIns="40625" lIns="415275" spcFirstLastPara="1" rIns="40625" wrap="square" tIns="40625">
              <a:noAutofit/>
            </a:bodyPr>
            <a:lstStyle/>
            <a:p>
              <a:pPr indent="0" lvl="0" marL="0" marR="0" rtl="0" algn="l">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sample correspondence with the project supervisor (communication skills)</a:t>
              </a:r>
              <a:endParaRPr b="0" i="0" sz="1400" u="none" cap="none" strike="noStrike">
                <a:solidFill>
                  <a:srgbClr val="000000"/>
                </a:solidFill>
                <a:latin typeface="Arial"/>
                <a:ea typeface="Arial"/>
                <a:cs typeface="Arial"/>
                <a:sym typeface="Arial"/>
              </a:endParaRPr>
            </a:p>
          </p:txBody>
        </p:sp>
        <p:sp>
          <p:nvSpPr>
            <p:cNvPr id="183" name="Google Shape;183;p15"/>
            <p:cNvSpPr/>
            <p:nvPr/>
          </p:nvSpPr>
          <p:spPr>
            <a:xfrm>
              <a:off x="443568" y="980597"/>
              <a:ext cx="654010" cy="65401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5"/>
            <p:cNvSpPr/>
            <p:nvPr/>
          </p:nvSpPr>
          <p:spPr>
            <a:xfrm>
              <a:off x="885642" y="1830560"/>
              <a:ext cx="5326144" cy="523208"/>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5"/>
            <p:cNvSpPr txBox="1"/>
            <p:nvPr/>
          </p:nvSpPr>
          <p:spPr>
            <a:xfrm>
              <a:off x="885642" y="1830560"/>
              <a:ext cx="5326144" cy="523208"/>
            </a:xfrm>
            <a:prstGeom prst="rect">
              <a:avLst/>
            </a:prstGeom>
            <a:noFill/>
            <a:ln>
              <a:noFill/>
            </a:ln>
          </p:spPr>
          <p:txBody>
            <a:bodyPr anchorCtr="0" anchor="ctr" bIns="40625" lIns="415275" spcFirstLastPara="1" rIns="40625" wrap="square" tIns="40625">
              <a:noAutofit/>
            </a:bodyPr>
            <a:lstStyle/>
            <a:p>
              <a:pPr indent="0" lvl="0" marL="0" marR="0" rtl="0" algn="l">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screenshots of daily reminders or alerts to complete personal project tasks (self-management skills)</a:t>
              </a:r>
              <a:endParaRPr b="0" i="0" sz="1600" u="none" cap="none" strike="noStrike">
                <a:solidFill>
                  <a:schemeClr val="lt1"/>
                </a:solidFill>
                <a:latin typeface="Arial"/>
                <a:ea typeface="Arial"/>
                <a:cs typeface="Arial"/>
                <a:sym typeface="Arial"/>
              </a:endParaRPr>
            </a:p>
          </p:txBody>
        </p:sp>
        <p:sp>
          <p:nvSpPr>
            <p:cNvPr id="186" name="Google Shape;186;p15"/>
            <p:cNvSpPr/>
            <p:nvPr/>
          </p:nvSpPr>
          <p:spPr>
            <a:xfrm>
              <a:off x="558637" y="1765159"/>
              <a:ext cx="654010" cy="65401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5"/>
            <p:cNvSpPr/>
            <p:nvPr/>
          </p:nvSpPr>
          <p:spPr>
            <a:xfrm>
              <a:off x="770573" y="2615122"/>
              <a:ext cx="5441213" cy="523208"/>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5"/>
            <p:cNvSpPr txBox="1"/>
            <p:nvPr/>
          </p:nvSpPr>
          <p:spPr>
            <a:xfrm>
              <a:off x="770573" y="2615122"/>
              <a:ext cx="5441213" cy="523208"/>
            </a:xfrm>
            <a:prstGeom prst="rect">
              <a:avLst/>
            </a:prstGeom>
            <a:noFill/>
            <a:ln>
              <a:noFill/>
            </a:ln>
          </p:spPr>
          <p:txBody>
            <a:bodyPr anchorCtr="0" anchor="ctr" bIns="40625" lIns="415275" spcFirstLastPara="1" rIns="40625" wrap="square" tIns="40625">
              <a:noAutofit/>
            </a:bodyPr>
            <a:lstStyle/>
            <a:p>
              <a:pPr indent="0" lvl="0" marL="0" marR="0" rtl="0" algn="l">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reflections about resolving a conflict (social skills)</a:t>
              </a:r>
              <a:endParaRPr b="0" i="0" sz="1400" u="none" cap="none" strike="noStrike">
                <a:solidFill>
                  <a:srgbClr val="000000"/>
                </a:solidFill>
                <a:latin typeface="Arial"/>
                <a:ea typeface="Arial"/>
                <a:cs typeface="Arial"/>
                <a:sym typeface="Arial"/>
              </a:endParaRPr>
            </a:p>
          </p:txBody>
        </p:sp>
        <p:sp>
          <p:nvSpPr>
            <p:cNvPr id="189" name="Google Shape;189;p15"/>
            <p:cNvSpPr/>
            <p:nvPr/>
          </p:nvSpPr>
          <p:spPr>
            <a:xfrm>
              <a:off x="443568" y="2549721"/>
              <a:ext cx="654010" cy="65401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5"/>
            <p:cNvSpPr/>
            <p:nvPr/>
          </p:nvSpPr>
          <p:spPr>
            <a:xfrm>
              <a:off x="395657" y="3399684"/>
              <a:ext cx="5816129" cy="523208"/>
            </a:xfrm>
            <a:prstGeom prst="rect">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5"/>
            <p:cNvSpPr txBox="1"/>
            <p:nvPr/>
          </p:nvSpPr>
          <p:spPr>
            <a:xfrm>
              <a:off x="395657" y="3399684"/>
              <a:ext cx="5816129" cy="523208"/>
            </a:xfrm>
            <a:prstGeom prst="rect">
              <a:avLst/>
            </a:prstGeom>
            <a:noFill/>
            <a:ln>
              <a:noFill/>
            </a:ln>
          </p:spPr>
          <p:txBody>
            <a:bodyPr anchorCtr="0" anchor="ctr" bIns="40625" lIns="415275" spcFirstLastPara="1" rIns="40625" wrap="square" tIns="40625">
              <a:noAutofit/>
            </a:bodyPr>
            <a:lstStyle/>
            <a:p>
              <a:pPr indent="0" lvl="0" marL="0" marR="0" rtl="0" algn="l">
                <a:lnSpc>
                  <a:spcPct val="90000"/>
                </a:lnSpc>
                <a:spcBef>
                  <a:spcPts val="0"/>
                </a:spcBef>
                <a:spcAft>
                  <a:spcPts val="0"/>
                </a:spcAft>
                <a:buClr>
                  <a:srgbClr val="000000"/>
                </a:buClr>
                <a:buSzPts val="1600"/>
                <a:buFont typeface="Arial"/>
                <a:buNone/>
              </a:pPr>
              <a:r>
                <a:rPr b="0" i="0" lang="en-US" sz="1600" u="none" cap="none" strike="noStrike">
                  <a:solidFill>
                    <a:schemeClr val="lt1"/>
                  </a:solidFill>
                  <a:latin typeface="Arial"/>
                  <a:ea typeface="Arial"/>
                  <a:cs typeface="Arial"/>
                  <a:sym typeface="Arial"/>
                </a:rPr>
                <a:t>a summary of prior learning that is relevant to the project (thinking skills)</a:t>
              </a:r>
              <a:endParaRPr b="0" i="0" sz="1600" u="none" cap="none" strike="noStrike">
                <a:solidFill>
                  <a:schemeClr val="lt1"/>
                </a:solidFill>
                <a:latin typeface="Arial"/>
                <a:ea typeface="Arial"/>
                <a:cs typeface="Arial"/>
                <a:sym typeface="Arial"/>
              </a:endParaRPr>
            </a:p>
          </p:txBody>
        </p:sp>
        <p:sp>
          <p:nvSpPr>
            <p:cNvPr id="192" name="Google Shape;192;p15"/>
            <p:cNvSpPr/>
            <p:nvPr/>
          </p:nvSpPr>
          <p:spPr>
            <a:xfrm>
              <a:off x="68652" y="3334283"/>
              <a:ext cx="654010" cy="654010"/>
            </a:xfrm>
            <a:prstGeom prst="ellipse">
              <a:avLst/>
            </a:prstGeom>
            <a:solidFill>
              <a:schemeClr val="l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6"/>
          <p:cNvSpPr txBox="1"/>
          <p:nvPr>
            <p:ph type="ctrTitle"/>
          </p:nvPr>
        </p:nvSpPr>
        <p:spPr>
          <a:xfrm>
            <a:off x="1128142" y="2373884"/>
            <a:ext cx="7613457" cy="1810101"/>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Clr>
                <a:schemeClr val="accent2"/>
              </a:buClr>
              <a:buSzPts val="5000"/>
              <a:buFont typeface="Open Sans"/>
              <a:buNone/>
            </a:pPr>
            <a:r>
              <a:rPr lang="en-US"/>
              <a:t>Writing the report</a:t>
            </a:r>
            <a:br>
              <a:rPr lang="en-US"/>
            </a:b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7"/>
          <p:cNvSpPr txBox="1"/>
          <p:nvPr>
            <p:ph type="title"/>
          </p:nvPr>
        </p:nvSpPr>
        <p:spPr>
          <a:xfrm>
            <a:off x="756000" y="324000"/>
            <a:ext cx="7884000" cy="92579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In the report</a:t>
            </a:r>
            <a:endParaRPr/>
          </a:p>
        </p:txBody>
      </p:sp>
      <p:sp>
        <p:nvSpPr>
          <p:cNvPr id="204" name="Google Shape;204;p17"/>
          <p:cNvSpPr txBox="1"/>
          <p:nvPr>
            <p:ph idx="1" type="body"/>
          </p:nvPr>
        </p:nvSpPr>
        <p:spPr>
          <a:xfrm>
            <a:off x="756000" y="1440000"/>
            <a:ext cx="7884000" cy="716604"/>
          </a:xfrm>
          <a:prstGeom prst="rect">
            <a:avLst/>
          </a:prstGeom>
          <a:noFill/>
          <a:ln>
            <a:noFill/>
          </a:ln>
        </p:spPr>
        <p:txBody>
          <a:bodyPr anchorCtr="0" anchor="t" bIns="0" lIns="0" spcFirstLastPara="1" rIns="0" wrap="square" tIns="0">
            <a:noAutofit/>
          </a:bodyPr>
          <a:lstStyle/>
          <a:p>
            <a:pPr indent="0" lvl="0" marL="114300" rtl="0" algn="l">
              <a:lnSpc>
                <a:spcPct val="100000"/>
              </a:lnSpc>
              <a:spcBef>
                <a:spcPts val="0"/>
              </a:spcBef>
              <a:spcAft>
                <a:spcPts val="0"/>
              </a:spcAft>
              <a:buSzPts val="1800"/>
              <a:buNone/>
            </a:pPr>
            <a:r>
              <a:rPr lang="en-US" sz="2200"/>
              <a:t>At the end of the personal project, you will submit a report with a section about this phase of the project. </a:t>
            </a:r>
            <a:endParaRPr/>
          </a:p>
        </p:txBody>
      </p:sp>
      <p:graphicFrame>
        <p:nvGraphicFramePr>
          <p:cNvPr id="205" name="Google Shape;205;p17"/>
          <p:cNvGraphicFramePr/>
          <p:nvPr/>
        </p:nvGraphicFramePr>
        <p:xfrm>
          <a:off x="847992" y="2275952"/>
          <a:ext cx="3000000" cy="3000000"/>
        </p:xfrm>
        <a:graphic>
          <a:graphicData uri="http://schemas.openxmlformats.org/drawingml/2006/table">
            <a:tbl>
              <a:tblPr bandRow="1" firstRow="1">
                <a:noFill/>
                <a:tableStyleId>{DD00727C-070B-4B82-91DE-5EB5079425F2}</a:tableStyleId>
              </a:tblPr>
              <a:tblGrid>
                <a:gridCol w="6665325"/>
                <a:gridCol w="1126675"/>
              </a:tblGrid>
              <a:tr h="338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accent1"/>
                          </a:solidFill>
                        </a:rPr>
                        <a:t>You will need to</a:t>
                      </a:r>
                      <a:r>
                        <a:rPr lang="en-US" sz="1800" u="none" cap="none" strike="noStrike">
                          <a:solidFill>
                            <a:schemeClr val="accent1"/>
                          </a:solidFill>
                        </a:rPr>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chemeClr val="accent1"/>
                        </a:solidFill>
                      </a:endParaRPr>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solidFill>
                            <a:schemeClr val="accent1"/>
                          </a:solidFill>
                        </a:rPr>
                        <a:t>Check</a:t>
                      </a:r>
                      <a:endParaRPr sz="1400" u="none" cap="none" strike="noStrike"/>
                    </a:p>
                  </a:txBody>
                  <a:tcPr marT="45725" marB="45725" marR="91450" marL="91450"/>
                </a:tc>
              </a:tr>
              <a:tr h="73512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accent1"/>
                          </a:solidFill>
                        </a:rPr>
                        <a:t>explain</a:t>
                      </a:r>
                      <a:r>
                        <a:rPr lang="en-US" sz="1800" u="none" cap="none" strike="noStrike">
                          <a:solidFill>
                            <a:schemeClr val="accent1"/>
                          </a:solidFill>
                        </a:rPr>
                        <a:t> how the ATL skill(s) was/were applied to help achieve your learning goal</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Arial"/>
                        <a:ea typeface="Arial"/>
                        <a:cs typeface="Arial"/>
                        <a:sym typeface="Arial"/>
                      </a:endParaRPr>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chemeClr val="accent1"/>
                          </a:solidFill>
                        </a:rPr>
                        <a:t>√</a:t>
                      </a:r>
                      <a:endParaRPr sz="1400" u="none" cap="none" strike="noStrike"/>
                    </a:p>
                  </a:txBody>
                  <a:tcPr marT="45725" marB="45725" marR="91450" marL="91450"/>
                </a:tc>
              </a:tr>
              <a:tr h="11010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accent1"/>
                          </a:solidFill>
                        </a:rPr>
                        <a:t>explain</a:t>
                      </a:r>
                      <a:r>
                        <a:rPr lang="en-US" sz="1800" u="none" cap="none" strike="noStrike">
                          <a:solidFill>
                            <a:schemeClr val="accent1"/>
                          </a:solidFill>
                        </a:rPr>
                        <a:t> how the ATL skill(s) was/were applied to help achieve your product</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t/>
                      </a:r>
                      <a:endParaRPr sz="1800" u="none" cap="none" strike="noStrike">
                        <a:solidFill>
                          <a:schemeClr val="accent1"/>
                        </a:solidFill>
                      </a:endParaRPr>
                    </a:p>
                  </a:txBody>
                  <a:tcPr marT="45725" marB="45725" marR="91450" marL="91450"/>
                </a:tc>
                <a:tc>
                  <a:txBody>
                    <a:bodyPr/>
                    <a:lstStyle/>
                    <a:p>
                      <a:pPr indent="0" lvl="0" marL="0" marR="0" rtl="0" algn="ctr">
                        <a:lnSpc>
                          <a:spcPct val="100000"/>
                        </a:lnSpc>
                        <a:spcBef>
                          <a:spcPts val="0"/>
                        </a:spcBef>
                        <a:spcAft>
                          <a:spcPts val="0"/>
                        </a:spcAft>
                        <a:buClr>
                          <a:schemeClr val="accent1"/>
                        </a:buClr>
                        <a:buSzPts val="1800"/>
                        <a:buFont typeface="Arial"/>
                        <a:buNone/>
                      </a:pPr>
                      <a:r>
                        <a:rPr b="1" lang="en-US" sz="1800" u="none" cap="none" strike="noStrike">
                          <a:solidFill>
                            <a:schemeClr val="accent1"/>
                          </a:solidFill>
                        </a:rPr>
                        <a:t>√</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solidFill>
                          <a:schemeClr val="accent1"/>
                        </a:solidFill>
                      </a:endParaRPr>
                    </a:p>
                  </a:txBody>
                  <a:tcPr marT="45725" marB="45725" marR="91450" marL="91450"/>
                </a:tc>
              </a:tr>
              <a:tr h="7315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solidFill>
                            <a:schemeClr val="accent1"/>
                          </a:solidFill>
                        </a:rPr>
                        <a:t>support</a:t>
                      </a:r>
                      <a:r>
                        <a:rPr lang="en-US" sz="1800" u="none" cap="none" strike="noStrike">
                          <a:solidFill>
                            <a:schemeClr val="accent1"/>
                          </a:solidFill>
                        </a:rPr>
                        <a:t> your explanations with detailed examples and evidence.</a:t>
                      </a:r>
                      <a:endParaRPr sz="1400" u="none" cap="none" strike="noStrike"/>
                    </a:p>
                    <a:p>
                      <a:pPr indent="-171450" lvl="0" marL="285750" marR="0" rtl="0" algn="l">
                        <a:lnSpc>
                          <a:spcPct val="100000"/>
                        </a:lnSpc>
                        <a:spcBef>
                          <a:spcPts val="0"/>
                        </a:spcBef>
                        <a:spcAft>
                          <a:spcPts val="0"/>
                        </a:spcAft>
                        <a:buClr>
                          <a:srgbClr val="000000"/>
                        </a:buClr>
                        <a:buSzPts val="1800"/>
                        <a:buFont typeface="Arial"/>
                        <a:buNone/>
                      </a:pPr>
                      <a:r>
                        <a:t/>
                      </a:r>
                      <a:endParaRPr sz="1800" u="none" cap="none" strike="noStrike">
                        <a:solidFill>
                          <a:schemeClr val="accent1"/>
                        </a:solidFill>
                      </a:endParaRPr>
                    </a:p>
                  </a:txBody>
                  <a:tcPr marT="45725" marB="45725" marR="91450" marL="91450"/>
                </a:tc>
                <a:tc>
                  <a:txBody>
                    <a:bodyPr/>
                    <a:lstStyle/>
                    <a:p>
                      <a:pPr indent="0" lvl="0" marL="0" marR="0" rtl="0" algn="ctr">
                        <a:lnSpc>
                          <a:spcPct val="100000"/>
                        </a:lnSpc>
                        <a:spcBef>
                          <a:spcPts val="0"/>
                        </a:spcBef>
                        <a:spcAft>
                          <a:spcPts val="0"/>
                        </a:spcAft>
                        <a:buClr>
                          <a:schemeClr val="accent1"/>
                        </a:buClr>
                        <a:buSzPts val="1800"/>
                        <a:buFont typeface="Arial"/>
                        <a:buNone/>
                      </a:pPr>
                      <a:r>
                        <a:rPr b="1" lang="en-US" sz="1800" u="none" cap="none" strike="noStrike">
                          <a:solidFill>
                            <a:schemeClr val="accent1"/>
                          </a:solidFill>
                        </a:rPr>
                        <a:t>√</a:t>
                      </a:r>
                      <a:endParaRPr sz="1400" u="none" cap="none" strike="noStrike"/>
                    </a:p>
                    <a:p>
                      <a:pPr indent="0" lvl="0" marL="0" marR="0" rtl="0" algn="ctr">
                        <a:lnSpc>
                          <a:spcPct val="100000"/>
                        </a:lnSpc>
                        <a:spcBef>
                          <a:spcPts val="0"/>
                        </a:spcBef>
                        <a:spcAft>
                          <a:spcPts val="0"/>
                        </a:spcAft>
                        <a:buClr>
                          <a:srgbClr val="000000"/>
                        </a:buClr>
                        <a:buSzPts val="1800"/>
                        <a:buFont typeface="Arial"/>
                        <a:buNone/>
                      </a:pPr>
                      <a:r>
                        <a:t/>
                      </a:r>
                      <a:endParaRPr b="1" sz="1800" u="none" cap="none" strike="noStrike">
                        <a:solidFill>
                          <a:schemeClr val="accent1"/>
                        </a:solidFill>
                      </a:endParaRPr>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grpSp>
        <p:nvGrpSpPr>
          <p:cNvPr id="211" name="Google Shape;211;p18"/>
          <p:cNvGrpSpPr/>
          <p:nvPr/>
        </p:nvGrpSpPr>
        <p:grpSpPr>
          <a:xfrm>
            <a:off x="1102709" y="879276"/>
            <a:ext cx="6158389" cy="4998863"/>
            <a:chOff x="749045" y="1452"/>
            <a:chExt cx="6158389" cy="4998863"/>
          </a:xfrm>
        </p:grpSpPr>
        <p:sp>
          <p:nvSpPr>
            <p:cNvPr id="212" name="Google Shape;212;p18"/>
            <p:cNvSpPr/>
            <p:nvPr/>
          </p:nvSpPr>
          <p:spPr>
            <a:xfrm>
              <a:off x="749045" y="1452"/>
              <a:ext cx="2860149" cy="1052392"/>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8"/>
            <p:cNvSpPr txBox="1"/>
            <p:nvPr/>
          </p:nvSpPr>
          <p:spPr>
            <a:xfrm>
              <a:off x="779869" y="32276"/>
              <a:ext cx="2798501" cy="990744"/>
            </a:xfrm>
            <a:prstGeom prst="rect">
              <a:avLst/>
            </a:prstGeom>
            <a:noFill/>
            <a:ln>
              <a:noFill/>
            </a:ln>
          </p:spPr>
          <p:txBody>
            <a:bodyPr anchorCtr="0" anchor="ctr" bIns="21575" lIns="32375" spcFirstLastPara="1" rIns="32375" wrap="square" tIns="21575">
              <a:noAutofit/>
            </a:bodyPr>
            <a:lstStyle/>
            <a:p>
              <a:pPr indent="0" lvl="0" marL="0" marR="0" rtl="0" algn="ctr">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Arial"/>
                  <a:ea typeface="Arial"/>
                  <a:cs typeface="Arial"/>
                  <a:sym typeface="Arial"/>
                </a:rPr>
                <a:t> You should explain how the ATL skill(s) was/were applied to help achieve your learning goal</a:t>
              </a:r>
              <a:endParaRPr b="1" i="0" sz="1700" u="none" cap="none" strike="noStrike">
                <a:solidFill>
                  <a:schemeClr val="lt1"/>
                </a:solidFill>
                <a:latin typeface="Arial"/>
                <a:ea typeface="Arial"/>
                <a:cs typeface="Arial"/>
                <a:sym typeface="Arial"/>
              </a:endParaRPr>
            </a:p>
          </p:txBody>
        </p:sp>
        <p:sp>
          <p:nvSpPr>
            <p:cNvPr id="214" name="Google Shape;214;p18"/>
            <p:cNvSpPr/>
            <p:nvPr/>
          </p:nvSpPr>
          <p:spPr>
            <a:xfrm>
              <a:off x="1035060" y="1053844"/>
              <a:ext cx="286014" cy="789294"/>
            </a:xfrm>
            <a:custGeom>
              <a:rect b="b" l="l" r="r" t="t"/>
              <a:pathLst>
                <a:path extrusionOk="0" h="120000" w="120000">
                  <a:moveTo>
                    <a:pt x="0" y="0"/>
                  </a:moveTo>
                  <a:lnTo>
                    <a:pt x="0" y="120000"/>
                  </a:lnTo>
                  <a:lnTo>
                    <a:pt x="120000" y="120000"/>
                  </a:lnTo>
                </a:path>
              </a:pathLst>
            </a:custGeom>
            <a:noFill/>
            <a:ln cap="flat" cmpd="sng" w="25400">
              <a:solidFill>
                <a:srgbClr val="003B6F"/>
              </a:solidFill>
              <a:prstDash val="solid"/>
              <a:round/>
              <a:headEnd len="sm" w="sm" type="none"/>
              <a:tailEnd len="sm" w="sm" type="none"/>
            </a:ln>
          </p:spPr>
        </p:sp>
        <p:sp>
          <p:nvSpPr>
            <p:cNvPr id="215" name="Google Shape;215;p18"/>
            <p:cNvSpPr/>
            <p:nvPr/>
          </p:nvSpPr>
          <p:spPr>
            <a:xfrm>
              <a:off x="1321075" y="1316942"/>
              <a:ext cx="1683827" cy="1052392"/>
            </a:xfrm>
            <a:prstGeom prst="roundRect">
              <a:avLst>
                <a:gd fmla="val 10000" name="adj"/>
              </a:avLst>
            </a:prstGeom>
            <a:solidFill>
              <a:schemeClr val="lt1">
                <a:alpha val="89803"/>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18"/>
            <p:cNvSpPr txBox="1"/>
            <p:nvPr/>
          </p:nvSpPr>
          <p:spPr>
            <a:xfrm>
              <a:off x="1351899" y="1347766"/>
              <a:ext cx="1622179" cy="990744"/>
            </a:xfrm>
            <a:prstGeom prst="rect">
              <a:avLst/>
            </a:prstGeom>
            <a:noFill/>
            <a:ln>
              <a:noFill/>
            </a:ln>
          </p:spPr>
          <p:txBody>
            <a:bodyPr anchorCtr="0" anchor="ctr" bIns="20300" lIns="30475" spcFirstLastPara="1" rIns="30475"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accent1"/>
                  </a:solidFill>
                  <a:latin typeface="Arial"/>
                  <a:ea typeface="Arial"/>
                  <a:cs typeface="Arial"/>
                  <a:sym typeface="Arial"/>
                </a:rPr>
                <a:t>Describe the link between the ATL skill and the learning goal</a:t>
              </a:r>
              <a:endParaRPr b="0" i="0" sz="1600" u="none" cap="none" strike="noStrike">
                <a:solidFill>
                  <a:schemeClr val="accent1"/>
                </a:solidFill>
                <a:latin typeface="Arial"/>
                <a:ea typeface="Arial"/>
                <a:cs typeface="Arial"/>
                <a:sym typeface="Arial"/>
              </a:endParaRPr>
            </a:p>
          </p:txBody>
        </p:sp>
        <p:sp>
          <p:nvSpPr>
            <p:cNvPr id="217" name="Google Shape;217;p18"/>
            <p:cNvSpPr/>
            <p:nvPr/>
          </p:nvSpPr>
          <p:spPr>
            <a:xfrm>
              <a:off x="1035060" y="1053844"/>
              <a:ext cx="286014" cy="2104784"/>
            </a:xfrm>
            <a:custGeom>
              <a:rect b="b" l="l" r="r" t="t"/>
              <a:pathLst>
                <a:path extrusionOk="0" h="120000" w="120000">
                  <a:moveTo>
                    <a:pt x="0" y="0"/>
                  </a:moveTo>
                  <a:lnTo>
                    <a:pt x="0" y="120000"/>
                  </a:lnTo>
                  <a:lnTo>
                    <a:pt x="120000" y="120000"/>
                  </a:lnTo>
                </a:path>
              </a:pathLst>
            </a:custGeom>
            <a:noFill/>
            <a:ln cap="flat" cmpd="sng" w="25400">
              <a:solidFill>
                <a:srgbClr val="003B6F"/>
              </a:solidFill>
              <a:prstDash val="solid"/>
              <a:round/>
              <a:headEnd len="sm" w="sm" type="none"/>
              <a:tailEnd len="sm" w="sm" type="none"/>
            </a:ln>
          </p:spPr>
        </p:sp>
        <p:sp>
          <p:nvSpPr>
            <p:cNvPr id="218" name="Google Shape;218;p18"/>
            <p:cNvSpPr/>
            <p:nvPr/>
          </p:nvSpPr>
          <p:spPr>
            <a:xfrm>
              <a:off x="1321075" y="2632433"/>
              <a:ext cx="1683827" cy="1052392"/>
            </a:xfrm>
            <a:prstGeom prst="roundRect">
              <a:avLst>
                <a:gd fmla="val 10000" name="adj"/>
              </a:avLst>
            </a:prstGeom>
            <a:solidFill>
              <a:schemeClr val="lt1">
                <a:alpha val="89803"/>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8"/>
            <p:cNvSpPr txBox="1"/>
            <p:nvPr/>
          </p:nvSpPr>
          <p:spPr>
            <a:xfrm>
              <a:off x="1351899" y="2663257"/>
              <a:ext cx="1622179" cy="990744"/>
            </a:xfrm>
            <a:prstGeom prst="rect">
              <a:avLst/>
            </a:prstGeom>
            <a:noFill/>
            <a:ln>
              <a:noFill/>
            </a:ln>
          </p:spPr>
          <p:txBody>
            <a:bodyPr anchorCtr="0" anchor="ctr" bIns="20300" lIns="30475" spcFirstLastPara="1" rIns="30475"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accent1"/>
                  </a:solidFill>
                  <a:latin typeface="Arial"/>
                  <a:ea typeface="Arial"/>
                  <a:cs typeface="Arial"/>
                  <a:sym typeface="Arial"/>
                </a:rPr>
                <a:t>Give reasons why this helped you to achieve the learning goal </a:t>
              </a:r>
              <a:endParaRPr b="0" i="0" sz="1600" u="none" cap="none" strike="noStrike">
                <a:solidFill>
                  <a:schemeClr val="accent1"/>
                </a:solidFill>
                <a:latin typeface="Arial"/>
                <a:ea typeface="Arial"/>
                <a:cs typeface="Arial"/>
                <a:sym typeface="Arial"/>
              </a:endParaRPr>
            </a:p>
          </p:txBody>
        </p:sp>
        <p:sp>
          <p:nvSpPr>
            <p:cNvPr id="220" name="Google Shape;220;p18"/>
            <p:cNvSpPr/>
            <p:nvPr/>
          </p:nvSpPr>
          <p:spPr>
            <a:xfrm>
              <a:off x="1035060" y="1053844"/>
              <a:ext cx="286014" cy="3420274"/>
            </a:xfrm>
            <a:custGeom>
              <a:rect b="b" l="l" r="r" t="t"/>
              <a:pathLst>
                <a:path extrusionOk="0" h="120000" w="120000">
                  <a:moveTo>
                    <a:pt x="0" y="0"/>
                  </a:moveTo>
                  <a:lnTo>
                    <a:pt x="0" y="120000"/>
                  </a:lnTo>
                  <a:lnTo>
                    <a:pt x="120000" y="120000"/>
                  </a:lnTo>
                </a:path>
              </a:pathLst>
            </a:custGeom>
            <a:noFill/>
            <a:ln cap="flat" cmpd="sng" w="25400">
              <a:solidFill>
                <a:srgbClr val="003B6F"/>
              </a:solidFill>
              <a:prstDash val="solid"/>
              <a:round/>
              <a:headEnd len="sm" w="sm" type="none"/>
              <a:tailEnd len="sm" w="sm" type="none"/>
            </a:ln>
          </p:spPr>
        </p:sp>
        <p:sp>
          <p:nvSpPr>
            <p:cNvPr id="221" name="Google Shape;221;p18"/>
            <p:cNvSpPr/>
            <p:nvPr/>
          </p:nvSpPr>
          <p:spPr>
            <a:xfrm>
              <a:off x="1321075" y="3947923"/>
              <a:ext cx="1683827" cy="1052392"/>
            </a:xfrm>
            <a:prstGeom prst="roundRect">
              <a:avLst>
                <a:gd fmla="val 10000" name="adj"/>
              </a:avLst>
            </a:prstGeom>
            <a:solidFill>
              <a:schemeClr val="lt1">
                <a:alpha val="89803"/>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18"/>
            <p:cNvSpPr txBox="1"/>
            <p:nvPr/>
          </p:nvSpPr>
          <p:spPr>
            <a:xfrm>
              <a:off x="1351899" y="3978747"/>
              <a:ext cx="1622179" cy="990744"/>
            </a:xfrm>
            <a:prstGeom prst="rect">
              <a:avLst/>
            </a:prstGeom>
            <a:noFill/>
            <a:ln>
              <a:noFill/>
            </a:ln>
          </p:spPr>
          <p:txBody>
            <a:bodyPr anchorCtr="0" anchor="ctr" bIns="20300" lIns="30475" spcFirstLastPara="1" rIns="30475"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accent1"/>
                  </a:solidFill>
                  <a:latin typeface="Arial"/>
                  <a:ea typeface="Arial"/>
                  <a:cs typeface="Arial"/>
                  <a:sym typeface="Arial"/>
                </a:rPr>
                <a:t>Provide examples/ evidence</a:t>
              </a:r>
              <a:endParaRPr b="0" i="0" sz="1600" u="none" cap="none" strike="noStrike">
                <a:solidFill>
                  <a:schemeClr val="accent1"/>
                </a:solidFill>
                <a:latin typeface="Arial"/>
                <a:ea typeface="Arial"/>
                <a:cs typeface="Arial"/>
                <a:sym typeface="Arial"/>
              </a:endParaRPr>
            </a:p>
          </p:txBody>
        </p:sp>
        <p:sp>
          <p:nvSpPr>
            <p:cNvPr id="223" name="Google Shape;223;p18"/>
            <p:cNvSpPr/>
            <p:nvPr/>
          </p:nvSpPr>
          <p:spPr>
            <a:xfrm>
              <a:off x="4135391" y="1452"/>
              <a:ext cx="2772043" cy="1052392"/>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8"/>
            <p:cNvSpPr txBox="1"/>
            <p:nvPr/>
          </p:nvSpPr>
          <p:spPr>
            <a:xfrm>
              <a:off x="4166215" y="32276"/>
              <a:ext cx="2710395" cy="990744"/>
            </a:xfrm>
            <a:prstGeom prst="rect">
              <a:avLst/>
            </a:prstGeom>
            <a:noFill/>
            <a:ln>
              <a:noFill/>
            </a:ln>
          </p:spPr>
          <p:txBody>
            <a:bodyPr anchorCtr="0" anchor="ctr" bIns="21575" lIns="32375" spcFirstLastPara="1" rIns="32375" wrap="square" tIns="21575">
              <a:noAutofit/>
            </a:bodyPr>
            <a:lstStyle/>
            <a:p>
              <a:pPr indent="0" lvl="0" marL="0" marR="0" rtl="0" algn="ctr">
                <a:lnSpc>
                  <a:spcPct val="90000"/>
                </a:lnSpc>
                <a:spcBef>
                  <a:spcPts val="0"/>
                </a:spcBef>
                <a:spcAft>
                  <a:spcPts val="0"/>
                </a:spcAft>
                <a:buClr>
                  <a:srgbClr val="000000"/>
                </a:buClr>
                <a:buSzPts val="1700"/>
                <a:buFont typeface="Arial"/>
                <a:buNone/>
              </a:pPr>
              <a:r>
                <a:rPr b="0" i="0" lang="en-US" sz="1700" u="none" cap="none" strike="noStrike">
                  <a:solidFill>
                    <a:schemeClr val="lt1"/>
                  </a:solidFill>
                  <a:latin typeface="Arial"/>
                  <a:ea typeface="Arial"/>
                  <a:cs typeface="Arial"/>
                  <a:sym typeface="Arial"/>
                </a:rPr>
                <a:t>You should explain how the ATL skill(s) was/were applied to help achieve your product.</a:t>
              </a:r>
              <a:endParaRPr b="1" i="0" sz="1700" u="none" cap="none" strike="noStrike">
                <a:solidFill>
                  <a:schemeClr val="lt1"/>
                </a:solidFill>
                <a:latin typeface="Arial"/>
                <a:ea typeface="Arial"/>
                <a:cs typeface="Arial"/>
                <a:sym typeface="Arial"/>
              </a:endParaRPr>
            </a:p>
          </p:txBody>
        </p:sp>
        <p:sp>
          <p:nvSpPr>
            <p:cNvPr id="225" name="Google Shape;225;p18"/>
            <p:cNvSpPr/>
            <p:nvPr/>
          </p:nvSpPr>
          <p:spPr>
            <a:xfrm>
              <a:off x="4412595" y="1053844"/>
              <a:ext cx="277204" cy="789294"/>
            </a:xfrm>
            <a:custGeom>
              <a:rect b="b" l="l" r="r" t="t"/>
              <a:pathLst>
                <a:path extrusionOk="0" h="120000" w="120000">
                  <a:moveTo>
                    <a:pt x="0" y="0"/>
                  </a:moveTo>
                  <a:lnTo>
                    <a:pt x="0" y="120000"/>
                  </a:lnTo>
                  <a:lnTo>
                    <a:pt x="120000" y="120000"/>
                  </a:lnTo>
                </a:path>
              </a:pathLst>
            </a:custGeom>
            <a:noFill/>
            <a:ln cap="flat" cmpd="sng" w="25400">
              <a:solidFill>
                <a:srgbClr val="003B6F"/>
              </a:solidFill>
              <a:prstDash val="solid"/>
              <a:round/>
              <a:headEnd len="sm" w="sm" type="none"/>
              <a:tailEnd len="sm" w="sm" type="none"/>
            </a:ln>
          </p:spPr>
        </p:sp>
        <p:sp>
          <p:nvSpPr>
            <p:cNvPr id="226" name="Google Shape;226;p18"/>
            <p:cNvSpPr/>
            <p:nvPr/>
          </p:nvSpPr>
          <p:spPr>
            <a:xfrm>
              <a:off x="4689799" y="1316942"/>
              <a:ext cx="1683827" cy="1052392"/>
            </a:xfrm>
            <a:prstGeom prst="roundRect">
              <a:avLst>
                <a:gd fmla="val 10000" name="adj"/>
              </a:avLst>
            </a:prstGeom>
            <a:solidFill>
              <a:schemeClr val="lt1">
                <a:alpha val="89803"/>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8"/>
            <p:cNvSpPr txBox="1"/>
            <p:nvPr/>
          </p:nvSpPr>
          <p:spPr>
            <a:xfrm>
              <a:off x="4720623" y="1347766"/>
              <a:ext cx="1622179" cy="990744"/>
            </a:xfrm>
            <a:prstGeom prst="rect">
              <a:avLst/>
            </a:prstGeom>
            <a:noFill/>
            <a:ln>
              <a:noFill/>
            </a:ln>
          </p:spPr>
          <p:txBody>
            <a:bodyPr anchorCtr="0" anchor="ctr" bIns="20300" lIns="30475" spcFirstLastPara="1" rIns="30475"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accent1"/>
                  </a:solidFill>
                  <a:latin typeface="Arial"/>
                  <a:ea typeface="Arial"/>
                  <a:cs typeface="Arial"/>
                  <a:sym typeface="Arial"/>
                </a:rPr>
                <a:t>Describe the link between the ATL skill and the product</a:t>
              </a:r>
              <a:endParaRPr b="0" i="0" sz="1600" u="none" cap="none" strike="noStrike">
                <a:solidFill>
                  <a:schemeClr val="accent1"/>
                </a:solidFill>
                <a:latin typeface="Arial"/>
                <a:ea typeface="Arial"/>
                <a:cs typeface="Arial"/>
                <a:sym typeface="Arial"/>
              </a:endParaRPr>
            </a:p>
          </p:txBody>
        </p:sp>
        <p:sp>
          <p:nvSpPr>
            <p:cNvPr id="228" name="Google Shape;228;p18"/>
            <p:cNvSpPr/>
            <p:nvPr/>
          </p:nvSpPr>
          <p:spPr>
            <a:xfrm>
              <a:off x="4412595" y="1053844"/>
              <a:ext cx="277204" cy="2104784"/>
            </a:xfrm>
            <a:custGeom>
              <a:rect b="b" l="l" r="r" t="t"/>
              <a:pathLst>
                <a:path extrusionOk="0" h="120000" w="120000">
                  <a:moveTo>
                    <a:pt x="0" y="0"/>
                  </a:moveTo>
                  <a:lnTo>
                    <a:pt x="0" y="120000"/>
                  </a:lnTo>
                  <a:lnTo>
                    <a:pt x="120000" y="120000"/>
                  </a:lnTo>
                </a:path>
              </a:pathLst>
            </a:custGeom>
            <a:noFill/>
            <a:ln cap="flat" cmpd="sng" w="25400">
              <a:solidFill>
                <a:srgbClr val="003B6F"/>
              </a:solidFill>
              <a:prstDash val="solid"/>
              <a:round/>
              <a:headEnd len="sm" w="sm" type="none"/>
              <a:tailEnd len="sm" w="sm" type="none"/>
            </a:ln>
          </p:spPr>
        </p:sp>
        <p:sp>
          <p:nvSpPr>
            <p:cNvPr id="229" name="Google Shape;229;p18"/>
            <p:cNvSpPr/>
            <p:nvPr/>
          </p:nvSpPr>
          <p:spPr>
            <a:xfrm>
              <a:off x="4689799" y="2632433"/>
              <a:ext cx="1683827" cy="1052392"/>
            </a:xfrm>
            <a:prstGeom prst="roundRect">
              <a:avLst>
                <a:gd fmla="val 10000" name="adj"/>
              </a:avLst>
            </a:prstGeom>
            <a:solidFill>
              <a:schemeClr val="lt1">
                <a:alpha val="89803"/>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8"/>
            <p:cNvSpPr txBox="1"/>
            <p:nvPr/>
          </p:nvSpPr>
          <p:spPr>
            <a:xfrm>
              <a:off x="4720623" y="2663257"/>
              <a:ext cx="1622179" cy="990744"/>
            </a:xfrm>
            <a:prstGeom prst="rect">
              <a:avLst/>
            </a:prstGeom>
            <a:noFill/>
            <a:ln>
              <a:noFill/>
            </a:ln>
          </p:spPr>
          <p:txBody>
            <a:bodyPr anchorCtr="0" anchor="ctr" bIns="20300" lIns="30475" spcFirstLastPara="1" rIns="30475"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accent1"/>
                  </a:solidFill>
                  <a:latin typeface="Arial"/>
                  <a:ea typeface="Arial"/>
                  <a:cs typeface="Arial"/>
                  <a:sym typeface="Arial"/>
                </a:rPr>
                <a:t>Give reasons why this helped you achieve the product </a:t>
              </a:r>
              <a:endParaRPr b="0" i="0" sz="1600" u="none" cap="none" strike="noStrike">
                <a:solidFill>
                  <a:schemeClr val="accent1"/>
                </a:solidFill>
                <a:latin typeface="Arial"/>
                <a:ea typeface="Arial"/>
                <a:cs typeface="Arial"/>
                <a:sym typeface="Arial"/>
              </a:endParaRPr>
            </a:p>
          </p:txBody>
        </p:sp>
        <p:sp>
          <p:nvSpPr>
            <p:cNvPr id="231" name="Google Shape;231;p18"/>
            <p:cNvSpPr/>
            <p:nvPr/>
          </p:nvSpPr>
          <p:spPr>
            <a:xfrm>
              <a:off x="4412595" y="1053844"/>
              <a:ext cx="277204" cy="3420274"/>
            </a:xfrm>
            <a:custGeom>
              <a:rect b="b" l="l" r="r" t="t"/>
              <a:pathLst>
                <a:path extrusionOk="0" h="120000" w="120000">
                  <a:moveTo>
                    <a:pt x="0" y="0"/>
                  </a:moveTo>
                  <a:lnTo>
                    <a:pt x="0" y="120000"/>
                  </a:lnTo>
                  <a:lnTo>
                    <a:pt x="120000" y="120000"/>
                  </a:lnTo>
                </a:path>
              </a:pathLst>
            </a:custGeom>
            <a:noFill/>
            <a:ln cap="flat" cmpd="sng" w="25400">
              <a:solidFill>
                <a:srgbClr val="003B6F"/>
              </a:solidFill>
              <a:prstDash val="solid"/>
              <a:round/>
              <a:headEnd len="sm" w="sm" type="none"/>
              <a:tailEnd len="sm" w="sm" type="none"/>
            </a:ln>
          </p:spPr>
        </p:sp>
        <p:sp>
          <p:nvSpPr>
            <p:cNvPr id="232" name="Google Shape;232;p18"/>
            <p:cNvSpPr/>
            <p:nvPr/>
          </p:nvSpPr>
          <p:spPr>
            <a:xfrm>
              <a:off x="4689799" y="3947923"/>
              <a:ext cx="1683827" cy="1052392"/>
            </a:xfrm>
            <a:prstGeom prst="roundRect">
              <a:avLst>
                <a:gd fmla="val 10000" name="adj"/>
              </a:avLst>
            </a:prstGeom>
            <a:solidFill>
              <a:schemeClr val="lt1">
                <a:alpha val="89803"/>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8"/>
            <p:cNvSpPr txBox="1"/>
            <p:nvPr/>
          </p:nvSpPr>
          <p:spPr>
            <a:xfrm>
              <a:off x="4720623" y="3978747"/>
              <a:ext cx="1622179" cy="990744"/>
            </a:xfrm>
            <a:prstGeom prst="rect">
              <a:avLst/>
            </a:prstGeom>
            <a:noFill/>
            <a:ln>
              <a:noFill/>
            </a:ln>
          </p:spPr>
          <p:txBody>
            <a:bodyPr anchorCtr="0" anchor="ctr" bIns="20300" lIns="30475" spcFirstLastPara="1" rIns="30475" wrap="square" tIns="20300">
              <a:noAutofit/>
            </a:bodyPr>
            <a:lstStyle/>
            <a:p>
              <a:pPr indent="0" lvl="0" marL="0" marR="0" rtl="0" algn="ctr">
                <a:lnSpc>
                  <a:spcPct val="90000"/>
                </a:lnSpc>
                <a:spcBef>
                  <a:spcPts val="0"/>
                </a:spcBef>
                <a:spcAft>
                  <a:spcPts val="0"/>
                </a:spcAft>
                <a:buClr>
                  <a:srgbClr val="000000"/>
                </a:buClr>
                <a:buSzPts val="1600"/>
                <a:buFont typeface="Arial"/>
                <a:buNone/>
              </a:pPr>
              <a:r>
                <a:rPr b="0" i="0" lang="en-US" sz="1600" u="none" cap="none" strike="noStrike">
                  <a:solidFill>
                    <a:schemeClr val="accent1"/>
                  </a:solidFill>
                  <a:latin typeface="Arial"/>
                  <a:ea typeface="Arial"/>
                  <a:cs typeface="Arial"/>
                  <a:sym typeface="Arial"/>
                </a:rPr>
                <a:t>Provide examples/ evidence</a:t>
              </a:r>
              <a:endParaRPr b="0" i="0" sz="1400" u="none" cap="none" strike="noStrike">
                <a:solidFill>
                  <a:srgbClr val="000000"/>
                </a:solidFill>
                <a:latin typeface="Arial"/>
                <a:ea typeface="Arial"/>
                <a:cs typeface="Arial"/>
                <a:sym typeface="Arial"/>
              </a:endParaRPr>
            </a:p>
          </p:txBody>
        </p:sp>
      </p:grpSp>
      <p:sp>
        <p:nvSpPr>
          <p:cNvPr id="234" name="Google Shape;234;p18"/>
          <p:cNvSpPr txBox="1"/>
          <p:nvPr>
            <p:ph type="title"/>
          </p:nvPr>
        </p:nvSpPr>
        <p:spPr>
          <a:xfrm>
            <a:off x="490824" y="177696"/>
            <a:ext cx="7884000" cy="508104"/>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Definitions: </a:t>
            </a:r>
            <a:r>
              <a:rPr lang="en-US">
                <a:solidFill>
                  <a:srgbClr val="0070C0"/>
                </a:solidFill>
              </a:rPr>
              <a:t>Explain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9"/>
          <p:cNvSpPr txBox="1"/>
          <p:nvPr>
            <p:ph type="title"/>
          </p:nvPr>
        </p:nvSpPr>
        <p:spPr>
          <a:xfrm>
            <a:off x="756000" y="324000"/>
            <a:ext cx="7884000" cy="92579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What could the evidence look like?</a:t>
            </a:r>
            <a:endParaRPr/>
          </a:p>
        </p:txBody>
      </p:sp>
      <p:graphicFrame>
        <p:nvGraphicFramePr>
          <p:cNvPr id="241" name="Google Shape;241;p19"/>
          <p:cNvGraphicFramePr/>
          <p:nvPr/>
        </p:nvGraphicFramePr>
        <p:xfrm>
          <a:off x="756000" y="1476259"/>
          <a:ext cx="3000000" cy="3000000"/>
        </p:xfrm>
        <a:graphic>
          <a:graphicData uri="http://schemas.openxmlformats.org/drawingml/2006/table">
            <a:tbl>
              <a:tblPr bandRow="1" firstRow="1">
                <a:noFill/>
                <a:tableStyleId>{729E3E92-FD09-4AE1-949E-3F70B7023DD3}</a:tableStyleId>
              </a:tblPr>
              <a:tblGrid>
                <a:gridCol w="1733800"/>
                <a:gridCol w="5898200"/>
              </a:tblGrid>
              <a:tr h="3992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ATL skill cluster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Possible evidence</a:t>
                      </a:r>
                      <a:endParaRPr sz="1400" u="none" cap="none" strike="noStrike"/>
                    </a:p>
                  </a:txBody>
                  <a:tcPr marT="45725" marB="45725" marR="91450" marL="91450"/>
                </a:tc>
              </a:tr>
              <a:tr h="404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Communication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Correspondence with supervisor, social media posts</a:t>
                      </a:r>
                      <a:endParaRPr sz="1400" u="none" cap="none" strike="noStrike"/>
                    </a:p>
                  </a:txBody>
                  <a:tcPr marT="45725" marB="45725" marR="91450" marL="91450"/>
                </a:tc>
              </a:tr>
              <a:tr h="404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Collaboration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Essential agreement for group work, feedback to (or from) peers</a:t>
                      </a:r>
                      <a:endParaRPr sz="1400" u="none" cap="none" strike="noStrike"/>
                    </a:p>
                  </a:txBody>
                  <a:tcPr marT="45725" marB="45725" marR="91450" marL="91450"/>
                </a:tc>
              </a:tr>
              <a:tr h="404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Organization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Action plans, calendar reminders, lists, timelines</a:t>
                      </a:r>
                      <a:endParaRPr sz="1400" u="none" cap="none" strike="noStrike"/>
                    </a:p>
                  </a:txBody>
                  <a:tcPr marT="45725" marB="45725" marR="91450" marL="91450"/>
                </a:tc>
              </a:tr>
              <a:tr h="404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Affective skills</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Lessons learned from setbacks, routines to enhance focus</a:t>
                      </a:r>
                      <a:endParaRPr sz="1400" u="none" cap="none" strike="noStrike"/>
                    </a:p>
                  </a:txBody>
                  <a:tcPr marT="45725" marB="45725" marR="91450" marL="91450"/>
                </a:tc>
              </a:tr>
              <a:tr h="404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Reflection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Self-evaluations, status updates</a:t>
                      </a:r>
                      <a:endParaRPr sz="1400" u="none" cap="none" strike="noStrike"/>
                    </a:p>
                  </a:txBody>
                  <a:tcPr marT="45725" marB="45725" marR="91450" marL="91450"/>
                </a:tc>
              </a:tr>
              <a:tr h="404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Information literacy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Lines of inquiry, annotated bibliography</a:t>
                      </a:r>
                      <a:endParaRPr sz="1400" u="none" cap="none" strike="noStrike"/>
                    </a:p>
                  </a:txBody>
                  <a:tcPr marT="45725" marB="45725" marR="91450" marL="91450"/>
                </a:tc>
              </a:tr>
              <a:tr h="404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Media literacy</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Annotated research, Venn diagrams to compare and contrast sources</a:t>
                      </a:r>
                      <a:endParaRPr sz="1400" u="none" cap="none" strike="noStrike"/>
                    </a:p>
                  </a:txBody>
                  <a:tcPr marT="45725" marB="45725" marR="91450" marL="91450"/>
                </a:tc>
              </a:tr>
              <a:tr h="404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Critical thinking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Pros/cons lists, data analysis</a:t>
                      </a:r>
                      <a:endParaRPr sz="1400" u="none" cap="none" strike="noStrike"/>
                    </a:p>
                  </a:txBody>
                  <a:tcPr marT="45725" marB="45725" marR="91450" marL="91450"/>
                </a:tc>
              </a:tr>
              <a:tr h="404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Creative thinking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Prototypes, concept sketches, visible thinking diagrams</a:t>
                      </a:r>
                      <a:endParaRPr sz="1400" u="none" cap="none" strike="noStrike"/>
                    </a:p>
                  </a:txBody>
                  <a:tcPr marT="45725" marB="45725" marR="91450" marL="91450"/>
                </a:tc>
              </a:tr>
              <a:tr h="4042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Transfer</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2"/>
                          </a:solidFill>
                        </a:rPr>
                        <a:t>Lists of relevant prior learning, mind </a:t>
                      </a:r>
                      <a:r>
                        <a:rPr b="0" i="0" lang="en-US" sz="1400" u="none" cap="none" strike="noStrike">
                          <a:solidFill>
                            <a:schemeClr val="dk2"/>
                          </a:solidFill>
                          <a:latin typeface="Arial"/>
                          <a:ea typeface="Arial"/>
                          <a:cs typeface="Arial"/>
                          <a:sym typeface="Arial"/>
                        </a:rPr>
                        <a:t>maps that </a:t>
                      </a:r>
                      <a:r>
                        <a:rPr lang="en-US" sz="1400" u="none" cap="none" strike="noStrike">
                          <a:solidFill>
                            <a:schemeClr val="dk2"/>
                          </a:solidFill>
                        </a:rPr>
                        <a:t>connects ideas</a:t>
                      </a:r>
                      <a:endParaRPr sz="1400" u="none" cap="none" strike="noStrike"/>
                    </a:p>
                  </a:txBody>
                  <a:tcPr marT="45725" marB="45725" marR="91450" marL="9145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6" name="Shape 246"/>
        <p:cNvGrpSpPr/>
        <p:nvPr/>
      </p:nvGrpSpPr>
      <p:grpSpPr>
        <a:xfrm>
          <a:off x="0" y="0"/>
          <a:ext cx="0" cy="0"/>
          <a:chOff x="0" y="0"/>
          <a:chExt cx="0" cy="0"/>
        </a:xfrm>
      </p:grpSpPr>
      <p:sp>
        <p:nvSpPr>
          <p:cNvPr id="247" name="Google Shape;247;p20"/>
          <p:cNvSpPr txBox="1"/>
          <p:nvPr>
            <p:ph type="title"/>
          </p:nvPr>
        </p:nvSpPr>
        <p:spPr>
          <a:xfrm>
            <a:off x="756000" y="324000"/>
            <a:ext cx="7884000" cy="925792"/>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Applying the skills: </a:t>
            </a:r>
            <a:br>
              <a:rPr lang="en-US"/>
            </a:br>
            <a:r>
              <a:rPr lang="en-US"/>
              <a:t>How will you achieve your goal?</a:t>
            </a:r>
            <a:endParaRPr/>
          </a:p>
        </p:txBody>
      </p:sp>
      <p:sp>
        <p:nvSpPr>
          <p:cNvPr id="248" name="Google Shape;248;p20"/>
          <p:cNvSpPr/>
          <p:nvPr/>
        </p:nvSpPr>
        <p:spPr>
          <a:xfrm>
            <a:off x="6542688" y="4169977"/>
            <a:ext cx="1876096" cy="1836682"/>
          </a:xfrm>
          <a:prstGeom prst="ellipse">
            <a:avLst/>
          </a:prstGeom>
          <a:solidFill>
            <a:srgbClr val="FFC000"/>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Select and apply ATL skills to work towards your product goal</a:t>
            </a:r>
            <a:endParaRPr b="0" i="0" sz="1400" u="none" cap="none" strike="noStrike">
              <a:solidFill>
                <a:srgbClr val="000000"/>
              </a:solidFill>
              <a:latin typeface="Arial"/>
              <a:ea typeface="Arial"/>
              <a:cs typeface="Arial"/>
              <a:sym typeface="Arial"/>
            </a:endParaRPr>
          </a:p>
        </p:txBody>
      </p:sp>
      <p:sp>
        <p:nvSpPr>
          <p:cNvPr id="249" name="Google Shape;249;p20"/>
          <p:cNvSpPr/>
          <p:nvPr/>
        </p:nvSpPr>
        <p:spPr>
          <a:xfrm>
            <a:off x="1550114" y="2979788"/>
            <a:ext cx="1876096" cy="1836682"/>
          </a:xfrm>
          <a:prstGeom prst="ellipse">
            <a:avLst/>
          </a:prstGeom>
          <a:solidFill>
            <a:schemeClr val="accent4"/>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Gather evidence showing how you have used the ATL skills</a:t>
            </a:r>
            <a:endParaRPr b="0" i="0" sz="1400" u="none" cap="none" strike="noStrike">
              <a:solidFill>
                <a:schemeClr val="lt1"/>
              </a:solidFill>
              <a:latin typeface="Arial"/>
              <a:ea typeface="Arial"/>
              <a:cs typeface="Arial"/>
              <a:sym typeface="Arial"/>
            </a:endParaRPr>
          </a:p>
        </p:txBody>
      </p:sp>
      <p:sp>
        <p:nvSpPr>
          <p:cNvPr id="250" name="Google Shape;250;p20"/>
          <p:cNvSpPr/>
          <p:nvPr/>
        </p:nvSpPr>
        <p:spPr>
          <a:xfrm>
            <a:off x="6542689" y="1545019"/>
            <a:ext cx="1876096" cy="1836682"/>
          </a:xfrm>
          <a:prstGeom prst="ellipse">
            <a:avLst/>
          </a:prstGeom>
          <a:solidFill>
            <a:srgbClr val="00B0F0"/>
          </a:solidFill>
          <a:ln cap="flat" cmpd="sng" w="2540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Select and apply ATL skills to work towards your learning goal</a:t>
            </a:r>
            <a:endParaRPr b="0" i="0" sz="1400" u="none" cap="none" strike="noStrike">
              <a:solidFill>
                <a:schemeClr val="lt1"/>
              </a:solidFill>
              <a:latin typeface="Arial"/>
              <a:ea typeface="Arial"/>
              <a:cs typeface="Arial"/>
              <a:sym typeface="Arial"/>
            </a:endParaRPr>
          </a:p>
        </p:txBody>
      </p:sp>
      <p:sp>
        <p:nvSpPr>
          <p:cNvPr id="251" name="Google Shape;251;p20"/>
          <p:cNvSpPr/>
          <p:nvPr/>
        </p:nvSpPr>
        <p:spPr>
          <a:xfrm rot="-1920000">
            <a:off x="5749855" y="2726032"/>
            <a:ext cx="520262" cy="953813"/>
          </a:xfrm>
          <a:prstGeom prst="rightArrow">
            <a:avLst>
              <a:gd fmla="val 50000" name="adj1"/>
              <a:gd fmla="val 50000" name="adj2"/>
            </a:avLst>
          </a:prstGeom>
          <a:solidFill>
            <a:schemeClr val="accent2"/>
          </a:solidFill>
          <a:ln cap="flat" cmpd="sng" w="254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2" name="Google Shape;252;p20"/>
          <p:cNvSpPr/>
          <p:nvPr/>
        </p:nvSpPr>
        <p:spPr>
          <a:xfrm rot="1560000">
            <a:off x="5812916" y="4066100"/>
            <a:ext cx="520262" cy="953813"/>
          </a:xfrm>
          <a:prstGeom prst="rightArrow">
            <a:avLst>
              <a:gd fmla="val 50000" name="adj1"/>
              <a:gd fmla="val 50000" name="adj2"/>
            </a:avLst>
          </a:prstGeom>
          <a:solidFill>
            <a:srgbClr val="FFC000"/>
          </a:solid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3" name="Google Shape;253;p20"/>
          <p:cNvSpPr/>
          <p:nvPr/>
        </p:nvSpPr>
        <p:spPr>
          <a:xfrm rot="10800000">
            <a:off x="3635774" y="3380194"/>
            <a:ext cx="520262" cy="953813"/>
          </a:xfrm>
          <a:prstGeom prst="rightArrow">
            <a:avLst>
              <a:gd fmla="val 50000" name="adj1"/>
              <a:gd fmla="val 50000" name="adj2"/>
            </a:avLst>
          </a:prstGeom>
          <a:solidFill>
            <a:schemeClr val="accent4"/>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54" name="Google Shape;254;p20"/>
          <p:cNvSpPr/>
          <p:nvPr/>
        </p:nvSpPr>
        <p:spPr>
          <a:xfrm>
            <a:off x="4324927" y="3200399"/>
            <a:ext cx="1387365" cy="1403131"/>
          </a:xfrm>
          <a:prstGeom prst="ellipse">
            <a:avLst/>
          </a:prstGeom>
          <a:solidFill>
            <a:schemeClr val="accent1"/>
          </a:solidFill>
          <a:ln cap="flat" cmpd="sng" w="25400">
            <a:solidFill>
              <a:srgbClr val="00366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In this stage of the project, you will ...</a:t>
            </a:r>
            <a:endParaRPr b="0" i="0" sz="1400" u="none" cap="none" strike="noStrike">
              <a:solidFill>
                <a:schemeClr val="lt1"/>
              </a:solidFill>
              <a:latin typeface="Arial"/>
              <a:ea typeface="Arial"/>
              <a:cs typeface="Arial"/>
              <a:sym typeface="Arial"/>
            </a:endParaRPr>
          </a:p>
        </p:txBody>
      </p:sp>
      <p:sp>
        <p:nvSpPr>
          <p:cNvPr id="255" name="Google Shape;255;p20"/>
          <p:cNvSpPr txBox="1"/>
          <p:nvPr/>
        </p:nvSpPr>
        <p:spPr>
          <a:xfrm>
            <a:off x="8275483" y="1442064"/>
            <a:ext cx="59595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accent1"/>
                </a:solidFill>
                <a:latin typeface="Arial"/>
                <a:ea typeface="Arial"/>
                <a:cs typeface="Arial"/>
                <a:sym typeface="Arial"/>
              </a:rPr>
              <a:t>Bi</a:t>
            </a:r>
            <a:endParaRPr b="0" i="0" sz="1400" u="none" cap="none" strike="noStrike">
              <a:solidFill>
                <a:srgbClr val="000000"/>
              </a:solidFill>
              <a:latin typeface="Arial"/>
              <a:ea typeface="Arial"/>
              <a:cs typeface="Arial"/>
              <a:sym typeface="Arial"/>
            </a:endParaRPr>
          </a:p>
        </p:txBody>
      </p:sp>
      <p:sp>
        <p:nvSpPr>
          <p:cNvPr id="256" name="Google Shape;256;p20"/>
          <p:cNvSpPr txBox="1"/>
          <p:nvPr/>
        </p:nvSpPr>
        <p:spPr>
          <a:xfrm>
            <a:off x="8275483" y="4133952"/>
            <a:ext cx="67186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accent1"/>
                </a:solidFill>
                <a:latin typeface="Arial"/>
                <a:ea typeface="Arial"/>
                <a:cs typeface="Arial"/>
                <a:sym typeface="Arial"/>
              </a:rPr>
              <a:t>Bi</a:t>
            </a:r>
            <a:r>
              <a:rPr b="1" i="0" lang="en-US" sz="2800" u="none" cap="none" strike="noStrike">
                <a:solidFill>
                  <a:schemeClr val="dk2"/>
                </a:solidFill>
                <a:latin typeface="Arial"/>
                <a:ea typeface="Arial"/>
                <a:cs typeface="Arial"/>
                <a:sym typeface="Arial"/>
              </a:rPr>
              <a:t>i</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1"/>
          <p:cNvSpPr txBox="1"/>
          <p:nvPr>
            <p:ph type="title"/>
          </p:nvPr>
        </p:nvSpPr>
        <p:spPr>
          <a:xfrm>
            <a:off x="756000" y="324000"/>
            <a:ext cx="7884000" cy="553229"/>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Clr>
                <a:schemeClr val="accent2"/>
              </a:buClr>
              <a:buSzPts val="1800"/>
              <a:buNone/>
            </a:pPr>
            <a:r>
              <a:rPr lang="en-US"/>
              <a:t>Checklist for Criterion B</a:t>
            </a:r>
            <a:endParaRPr/>
          </a:p>
        </p:txBody>
      </p:sp>
      <p:graphicFrame>
        <p:nvGraphicFramePr>
          <p:cNvPr id="263" name="Google Shape;263;p21"/>
          <p:cNvGraphicFramePr/>
          <p:nvPr/>
        </p:nvGraphicFramePr>
        <p:xfrm>
          <a:off x="691376" y="990600"/>
          <a:ext cx="3000000" cy="3000000"/>
        </p:xfrm>
        <a:graphic>
          <a:graphicData uri="http://schemas.openxmlformats.org/drawingml/2006/table">
            <a:tbl>
              <a:tblPr>
                <a:noFill/>
                <a:tableStyleId>{7E379E03-9254-4938-9BE7-F4C174ECA0BB}</a:tableStyleId>
              </a:tblPr>
              <a:tblGrid>
                <a:gridCol w="2077875"/>
                <a:gridCol w="5690825"/>
              </a:tblGrid>
              <a:tr h="20987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Objective </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4B8D"/>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t>Checklist </a:t>
                      </a:r>
                      <a:endParaRPr sz="1400" u="none" cap="none" strike="noStrike"/>
                    </a:p>
                  </a:txBody>
                  <a:tcPr marT="45725" marB="45725"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4B8D"/>
                    </a:solidFill>
                  </a:tcPr>
                </a:tc>
              </a:tr>
              <a:tr h="978150">
                <a:tc>
                  <a:txBody>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1"/>
                          </a:solidFill>
                          <a:latin typeface="Open Sans"/>
                          <a:ea typeface="Open Sans"/>
                          <a:cs typeface="Open Sans"/>
                          <a:sym typeface="Open Sans"/>
                        </a:rPr>
                        <a:t>i. </a:t>
                      </a:r>
                      <a:r>
                        <a:rPr lang="en-US" sz="1600" u="none" cap="none" strike="noStrike">
                          <a:solidFill>
                            <a:schemeClr val="accent1"/>
                          </a:solidFill>
                        </a:rPr>
                        <a:t>The student should </a:t>
                      </a:r>
                      <a:r>
                        <a:rPr b="0" i="0" lang="en-US" sz="1600" u="none" cap="none" strike="noStrike">
                          <a:solidFill>
                            <a:schemeClr val="accent1"/>
                          </a:solidFill>
                          <a:latin typeface="Arial"/>
                          <a:ea typeface="Arial"/>
                          <a:cs typeface="Arial"/>
                          <a:sym typeface="Arial"/>
                        </a:rPr>
                        <a:t>explain how the ATL skill(s) was/were applied to help achieve their learning goal.</a:t>
                      </a:r>
                      <a:endParaRPr sz="1600" u="none" cap="none" strike="noStrike">
                        <a:solidFill>
                          <a:schemeClr val="accent1"/>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lnSpc>
                          <a:spcPct val="100000"/>
                        </a:lnSpc>
                        <a:spcBef>
                          <a:spcPts val="0"/>
                        </a:spcBef>
                        <a:spcAft>
                          <a:spcPts val="0"/>
                        </a:spcAft>
                        <a:buClr>
                          <a:srgbClr val="000000"/>
                        </a:buClr>
                        <a:buSzPts val="1600"/>
                        <a:buFont typeface="Noto Sans Symbols"/>
                        <a:buChar char="❑"/>
                      </a:pPr>
                      <a:r>
                        <a:rPr lang="en-US" sz="1600" u="none" cap="none" strike="noStrike">
                          <a:solidFill>
                            <a:schemeClr val="accent1"/>
                          </a:solidFill>
                        </a:rPr>
                        <a:t>I have named the ATL skill cluster and specific ATL skill that helped me achieve my learning goal.</a:t>
                      </a:r>
                      <a:endParaRPr sz="1400" u="none" cap="none" strike="noStrike"/>
                    </a:p>
                    <a:p>
                      <a:pPr indent="0" lvl="0" marL="0" marR="0" rtl="0" algn="l">
                        <a:lnSpc>
                          <a:spcPct val="100000"/>
                        </a:lnSpc>
                        <a:spcBef>
                          <a:spcPts val="0"/>
                        </a:spcBef>
                        <a:spcAft>
                          <a:spcPts val="0"/>
                        </a:spcAft>
                        <a:buClr>
                          <a:srgbClr val="000000"/>
                        </a:buClr>
                        <a:buSzPts val="1600"/>
                        <a:buFont typeface="Noto Sans Symbols"/>
                        <a:buNone/>
                      </a:pPr>
                      <a:r>
                        <a:t/>
                      </a:r>
                      <a:endParaRPr sz="1600" u="none" cap="none" strike="noStrike">
                        <a:solidFill>
                          <a:schemeClr val="accent1"/>
                        </a:solidFill>
                      </a:endParaRPr>
                    </a:p>
                    <a:p>
                      <a:pPr indent="-285750" lvl="0" marL="285750" marR="0" rtl="0" algn="l">
                        <a:lnSpc>
                          <a:spcPct val="100000"/>
                        </a:lnSpc>
                        <a:spcBef>
                          <a:spcPts val="0"/>
                        </a:spcBef>
                        <a:spcAft>
                          <a:spcPts val="0"/>
                        </a:spcAft>
                        <a:buClr>
                          <a:srgbClr val="000000"/>
                        </a:buClr>
                        <a:buSzPts val="1600"/>
                        <a:buFont typeface="Noto Sans Symbols"/>
                        <a:buChar char="❑"/>
                      </a:pPr>
                      <a:r>
                        <a:rPr lang="en-US" sz="1600" u="none" cap="none" strike="noStrike">
                          <a:solidFill>
                            <a:schemeClr val="accent1"/>
                          </a:solidFill>
                        </a:rPr>
                        <a:t>I explicitly explained how the ATL skills were applied and why they helped achieve the learning goal.</a:t>
                      </a:r>
                      <a:endParaRPr sz="1400" u="none" cap="none" strike="noStrike"/>
                    </a:p>
                    <a:p>
                      <a:pPr indent="0" lvl="0" marL="0" marR="0" rtl="0" algn="l">
                        <a:lnSpc>
                          <a:spcPct val="100000"/>
                        </a:lnSpc>
                        <a:spcBef>
                          <a:spcPts val="0"/>
                        </a:spcBef>
                        <a:spcAft>
                          <a:spcPts val="0"/>
                        </a:spcAft>
                        <a:buClr>
                          <a:srgbClr val="000000"/>
                        </a:buClr>
                        <a:buSzPts val="1600"/>
                        <a:buFont typeface="Noto Sans Symbols"/>
                        <a:buNone/>
                      </a:pPr>
                      <a:r>
                        <a:t/>
                      </a:r>
                      <a:endParaRPr sz="1600" u="none" cap="none" strike="noStrike">
                        <a:solidFill>
                          <a:schemeClr val="accent1"/>
                        </a:solidFill>
                      </a:endParaRPr>
                    </a:p>
                    <a:p>
                      <a:pPr indent="-285750" lvl="0" marL="285750" marR="0" rtl="0" algn="l">
                        <a:lnSpc>
                          <a:spcPct val="100000"/>
                        </a:lnSpc>
                        <a:spcBef>
                          <a:spcPts val="0"/>
                        </a:spcBef>
                        <a:spcAft>
                          <a:spcPts val="0"/>
                        </a:spcAft>
                        <a:buClr>
                          <a:srgbClr val="000000"/>
                        </a:buClr>
                        <a:buSzPts val="1600"/>
                        <a:buFont typeface="Noto Sans Symbols"/>
                        <a:buChar char="❑"/>
                      </a:pPr>
                      <a:r>
                        <a:rPr lang="en-US" sz="1600" u="none" cap="none" strike="noStrike">
                          <a:solidFill>
                            <a:schemeClr val="accent1"/>
                          </a:solidFill>
                        </a:rPr>
                        <a:t>I gave </a:t>
                      </a:r>
                      <a:r>
                        <a:rPr b="0" i="0" lang="en-US" sz="1600" u="none" cap="none" strike="noStrike">
                          <a:solidFill>
                            <a:schemeClr val="accent1"/>
                          </a:solidFill>
                          <a:latin typeface="Open Sans"/>
                          <a:ea typeface="Open Sans"/>
                          <a:cs typeface="Open Sans"/>
                          <a:sym typeface="Open Sans"/>
                        </a:rPr>
                        <a:t>examples of how I applied the skill and </a:t>
                      </a:r>
                      <a:r>
                        <a:rPr lang="en-US" sz="1600" u="none" cap="none" strike="noStrike">
                          <a:solidFill>
                            <a:schemeClr val="accent1"/>
                          </a:solidFill>
                        </a:rPr>
                        <a:t>provided evidence in the form of screenshots or </a:t>
                      </a:r>
                      <a:r>
                        <a:rPr b="0" i="0" lang="en-US" sz="1600" u="none" cap="none" strike="noStrike">
                          <a:solidFill>
                            <a:schemeClr val="accent1"/>
                          </a:solidFill>
                          <a:latin typeface="Open Sans"/>
                          <a:ea typeface="Open Sans"/>
                          <a:cs typeface="Open Sans"/>
                          <a:sym typeface="Open Sans"/>
                        </a:rPr>
                        <a:t>images</a:t>
                      </a:r>
                      <a:r>
                        <a:rPr lang="en-US" sz="1600" u="none" cap="none" strike="noStrike">
                          <a:solidFill>
                            <a:schemeClr val="accent1"/>
                          </a:solidFill>
                        </a:rPr>
                        <a:t>.</a:t>
                      </a:r>
                      <a:endParaRPr sz="1400" u="none" cap="none" strike="noStrike"/>
                    </a:p>
                    <a:p>
                      <a:pPr indent="0" lvl="0" marL="0" marR="0" rtl="0" algn="l">
                        <a:lnSpc>
                          <a:spcPct val="100000"/>
                        </a:lnSpc>
                        <a:spcBef>
                          <a:spcPts val="0"/>
                        </a:spcBef>
                        <a:spcAft>
                          <a:spcPts val="0"/>
                        </a:spcAft>
                        <a:buClr>
                          <a:srgbClr val="000000"/>
                        </a:buClr>
                        <a:buSzPts val="1600"/>
                        <a:buFont typeface="Noto Sans Symbols"/>
                        <a:buNone/>
                      </a:pPr>
                      <a:r>
                        <a:t/>
                      </a:r>
                      <a:endParaRPr sz="1600" u="none" cap="none" strike="noStrike">
                        <a:solidFill>
                          <a:schemeClr val="accent1"/>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ACEDA"/>
                    </a:solidFill>
                  </a:tcPr>
                </a:tc>
              </a:tr>
              <a:tr h="1238300">
                <a:tc>
                  <a:txBody>
                    <a:bodyPr/>
                    <a:lstStyle/>
                    <a:p>
                      <a:pPr indent="0" lvl="0" marL="0" marR="0" rtl="0" algn="l">
                        <a:lnSpc>
                          <a:spcPct val="100000"/>
                        </a:lnSpc>
                        <a:spcBef>
                          <a:spcPts val="0"/>
                        </a:spcBef>
                        <a:spcAft>
                          <a:spcPts val="0"/>
                        </a:spcAft>
                        <a:buClr>
                          <a:schemeClr val="accent1"/>
                        </a:buClr>
                        <a:buSzPts val="1600"/>
                        <a:buFont typeface="Arial"/>
                        <a:buNone/>
                      </a:pPr>
                      <a:r>
                        <a:rPr b="0" i="0" lang="en-US" sz="1600" u="none" cap="none" strike="noStrike">
                          <a:solidFill>
                            <a:schemeClr val="accent1"/>
                          </a:solidFill>
                          <a:latin typeface="Arial"/>
                          <a:ea typeface="Arial"/>
                          <a:cs typeface="Arial"/>
                          <a:sym typeface="Arial"/>
                        </a:rPr>
                        <a:t>ii.</a:t>
                      </a:r>
                      <a:r>
                        <a:rPr b="0" i="0" lang="en-US" sz="1600" u="none" cap="none" strike="noStrike">
                          <a:solidFill>
                            <a:schemeClr val="accent1"/>
                          </a:solidFill>
                          <a:latin typeface="Open Sans"/>
                          <a:ea typeface="Open Sans"/>
                          <a:cs typeface="Open Sans"/>
                          <a:sym typeface="Open Sans"/>
                        </a:rPr>
                        <a:t> </a:t>
                      </a:r>
                      <a:r>
                        <a:rPr lang="en-US" sz="1600" u="none" cap="none" strike="noStrike">
                          <a:solidFill>
                            <a:schemeClr val="accent1"/>
                          </a:solidFill>
                        </a:rPr>
                        <a:t>The student should </a:t>
                      </a:r>
                      <a:r>
                        <a:rPr b="0" i="0" lang="en-US" sz="1600" u="none" cap="none" strike="noStrike">
                          <a:solidFill>
                            <a:schemeClr val="accent1"/>
                          </a:solidFill>
                          <a:latin typeface="Arial"/>
                          <a:ea typeface="Arial"/>
                          <a:cs typeface="Arial"/>
                          <a:sym typeface="Arial"/>
                        </a:rPr>
                        <a:t>explain how the ATL skill(s) was/were applied to help achieve their product.</a:t>
                      </a:r>
                      <a:endParaRPr sz="1600" u="none" cap="none" strike="noStrike">
                        <a:solidFill>
                          <a:schemeClr val="accent1"/>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285750" lvl="0" marL="285750" marR="0" rtl="0" algn="l">
                        <a:lnSpc>
                          <a:spcPct val="100000"/>
                        </a:lnSpc>
                        <a:spcBef>
                          <a:spcPts val="0"/>
                        </a:spcBef>
                        <a:spcAft>
                          <a:spcPts val="0"/>
                        </a:spcAft>
                        <a:buClr>
                          <a:srgbClr val="000000"/>
                        </a:buClr>
                        <a:buSzPts val="1600"/>
                        <a:buFont typeface="Noto Sans Symbols"/>
                        <a:buChar char="❑"/>
                      </a:pPr>
                      <a:r>
                        <a:rPr lang="en-US" sz="1600" u="none" cap="none" strike="noStrike">
                          <a:solidFill>
                            <a:schemeClr val="accent1"/>
                          </a:solidFill>
                        </a:rPr>
                        <a:t>I have named the ATL skill cluster and specific ATL skill that helped me achieve my product goal, and I gave examples of how I applied the skill.</a:t>
                      </a:r>
                      <a:endParaRPr sz="1400" u="none" cap="none" strike="noStrike"/>
                    </a:p>
                    <a:p>
                      <a:pPr indent="0" lvl="0" marL="0" marR="0" rtl="0" algn="l">
                        <a:lnSpc>
                          <a:spcPct val="100000"/>
                        </a:lnSpc>
                        <a:spcBef>
                          <a:spcPts val="0"/>
                        </a:spcBef>
                        <a:spcAft>
                          <a:spcPts val="0"/>
                        </a:spcAft>
                        <a:buClr>
                          <a:srgbClr val="000000"/>
                        </a:buClr>
                        <a:buSzPts val="1600"/>
                        <a:buFont typeface="Noto Sans Symbols"/>
                        <a:buNone/>
                      </a:pPr>
                      <a:r>
                        <a:t/>
                      </a:r>
                      <a:endParaRPr sz="1600" u="none" cap="none" strike="noStrike">
                        <a:solidFill>
                          <a:schemeClr val="accent1"/>
                        </a:solidFill>
                      </a:endParaRPr>
                    </a:p>
                    <a:p>
                      <a:pPr indent="-285750" lvl="0" marL="285750" marR="0" rtl="0" algn="l">
                        <a:lnSpc>
                          <a:spcPct val="100000"/>
                        </a:lnSpc>
                        <a:spcBef>
                          <a:spcPts val="0"/>
                        </a:spcBef>
                        <a:spcAft>
                          <a:spcPts val="0"/>
                        </a:spcAft>
                        <a:buClr>
                          <a:srgbClr val="000000"/>
                        </a:buClr>
                        <a:buSzPts val="1600"/>
                        <a:buFont typeface="Noto Sans Symbols"/>
                        <a:buChar char="❑"/>
                      </a:pPr>
                      <a:r>
                        <a:rPr b="0" i="0" lang="en-US" sz="1600" u="none" cap="none" strike="noStrike">
                          <a:solidFill>
                            <a:schemeClr val="accent1"/>
                          </a:solidFill>
                          <a:latin typeface="Open Sans"/>
                          <a:ea typeface="Open Sans"/>
                          <a:cs typeface="Open Sans"/>
                          <a:sym typeface="Open Sans"/>
                        </a:rPr>
                        <a:t>I explicitly explained how the ATL skills were applied and why they helped achieve the product.</a:t>
                      </a:r>
                      <a:endParaRPr sz="1400" u="none" cap="none" strike="noStrike"/>
                    </a:p>
                    <a:p>
                      <a:pPr indent="0" lvl="0" marL="0" marR="0" rtl="0" algn="l">
                        <a:lnSpc>
                          <a:spcPct val="100000"/>
                        </a:lnSpc>
                        <a:spcBef>
                          <a:spcPts val="0"/>
                        </a:spcBef>
                        <a:spcAft>
                          <a:spcPts val="0"/>
                        </a:spcAft>
                        <a:buClr>
                          <a:srgbClr val="000000"/>
                        </a:buClr>
                        <a:buSzPts val="1600"/>
                        <a:buFont typeface="Noto Sans Symbols"/>
                        <a:buNone/>
                      </a:pPr>
                      <a:r>
                        <a:t/>
                      </a:r>
                      <a:endParaRPr b="0" i="0" sz="1600" u="none" cap="none" strike="noStrike">
                        <a:solidFill>
                          <a:schemeClr val="accent1"/>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Noto Sans Symbols"/>
                        <a:buChar char="❑"/>
                      </a:pPr>
                      <a:r>
                        <a:rPr lang="en-US" sz="1600" u="none" cap="none" strike="noStrike">
                          <a:solidFill>
                            <a:schemeClr val="accent1"/>
                          </a:solidFill>
                        </a:rPr>
                        <a:t>I have included evidence (product evidence, mind maps, research tables, etc.)</a:t>
                      </a:r>
                      <a:endParaRPr sz="1600" u="none" cap="none" strike="noStrike">
                        <a:solidFill>
                          <a:schemeClr val="accent1"/>
                        </a:solidFil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E6E8ED"/>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2"/>
          <p:cNvSpPr txBox="1"/>
          <p:nvPr>
            <p:ph type="ctrTitle"/>
          </p:nvPr>
        </p:nvSpPr>
        <p:spPr>
          <a:xfrm>
            <a:off x="756000" y="1368000"/>
            <a:ext cx="7884000" cy="2052000"/>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Clr>
                <a:schemeClr val="accent2"/>
              </a:buClr>
              <a:buSzPts val="5000"/>
              <a:buFont typeface="Open Sans"/>
              <a:buNone/>
            </a:pPr>
            <a:r>
              <a:rPr lang="en-US">
                <a:latin typeface="Arial"/>
                <a:ea typeface="Arial"/>
                <a:cs typeface="Arial"/>
                <a:sym typeface="Arial"/>
              </a:rPr>
              <a:t>Questions</a:t>
            </a:r>
            <a:r>
              <a:rPr b="1" i="0" lang="en-US" u="none">
                <a:latin typeface="Arial"/>
                <a:ea typeface="Arial"/>
                <a:cs typeface="Arial"/>
                <a:sym typeface="Arial"/>
              </a:rPr>
              <a:t>?</a:t>
            </a:r>
            <a:endParaRPr>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3"/>
          <p:cNvSpPr txBox="1"/>
          <p:nvPr>
            <p:ph type="ctrTitle"/>
          </p:nvPr>
        </p:nvSpPr>
        <p:spPr>
          <a:xfrm>
            <a:off x="1231193" y="2343705"/>
            <a:ext cx="7447084" cy="755725"/>
          </a:xfrm>
          <a:prstGeom prst="rect">
            <a:avLst/>
          </a:prstGeom>
          <a:noFill/>
          <a:ln>
            <a:noFill/>
          </a:ln>
        </p:spPr>
        <p:txBody>
          <a:bodyPr anchorCtr="0" anchor="b" bIns="0" lIns="0" spcFirstLastPara="1" rIns="0" wrap="square" tIns="0">
            <a:noAutofit/>
          </a:bodyPr>
          <a:lstStyle/>
          <a:p>
            <a:pPr indent="0" lvl="0" marL="0" rtl="0" algn="ctr">
              <a:lnSpc>
                <a:spcPct val="100000"/>
              </a:lnSpc>
              <a:spcBef>
                <a:spcPts val="0"/>
              </a:spcBef>
              <a:spcAft>
                <a:spcPts val="0"/>
              </a:spcAft>
              <a:buSzPts val="5000"/>
              <a:buNone/>
            </a:pPr>
            <a:r>
              <a:rPr lang="en-US"/>
              <a:t>Acknowledgements</a:t>
            </a:r>
            <a:endParaRPr/>
          </a:p>
        </p:txBody>
      </p:sp>
      <p:sp>
        <p:nvSpPr>
          <p:cNvPr id="274" name="Google Shape;274;p23"/>
          <p:cNvSpPr txBox="1"/>
          <p:nvPr/>
        </p:nvSpPr>
        <p:spPr>
          <a:xfrm>
            <a:off x="1301262" y="3239257"/>
            <a:ext cx="7253653" cy="814427"/>
          </a:xfrm>
          <a:prstGeom prst="rect">
            <a:avLst/>
          </a:prstGeom>
          <a:noFill/>
          <a:ln>
            <a:noFill/>
          </a:ln>
        </p:spPr>
        <p:txBody>
          <a:bodyPr anchorCtr="0" anchor="t" bIns="0" lIns="0" spcFirstLastPara="1" rIns="0" wrap="square" tIns="0">
            <a:noAutofit/>
          </a:bodyPr>
          <a:lstStyle/>
          <a:p>
            <a:pPr indent="-393700" lvl="0" marL="457200" marR="0" rtl="0" algn="ctr">
              <a:lnSpc>
                <a:spcPct val="100000"/>
              </a:lnSpc>
              <a:spcBef>
                <a:spcPts val="0"/>
              </a:spcBef>
              <a:spcAft>
                <a:spcPts val="0"/>
              </a:spcAft>
              <a:buClr>
                <a:schemeClr val="dk2"/>
              </a:buClr>
              <a:buSzPts val="2400"/>
              <a:buFont typeface="Arial"/>
              <a:buNone/>
            </a:pPr>
            <a:r>
              <a:rPr b="0" i="0" lang="en-US" sz="1400" u="none" cap="none" strike="noStrike">
                <a:solidFill>
                  <a:schemeClr val="dk2"/>
                </a:solidFill>
                <a:latin typeface="Open Sans"/>
                <a:ea typeface="Open Sans"/>
                <a:cs typeface="Open Sans"/>
                <a:sym typeface="Open Sans"/>
              </a:rPr>
              <a:t>Photo by </a:t>
            </a:r>
            <a:r>
              <a:rPr b="0" i="0" lang="en-US" sz="1400" u="sng" cap="none" strike="noStrike">
                <a:solidFill>
                  <a:schemeClr val="dk2"/>
                </a:solidFill>
                <a:latin typeface="Open Sans"/>
                <a:ea typeface="Open Sans"/>
                <a:cs typeface="Open Sans"/>
                <a:sym typeface="Open Sans"/>
                <a:hlinkClick r:id="rId3">
                  <a:extLst>
                    <a:ext uri="{A12FA001-AC4F-418D-AE19-62706E023703}">
                      <ahyp:hlinkClr val="tx"/>
                    </a:ext>
                  </a:extLst>
                </a:hlinkClick>
              </a:rPr>
              <a:t>Daniel Chekalov</a:t>
            </a:r>
            <a:r>
              <a:rPr b="0" i="0" lang="en-US" sz="1400" u="none" cap="none" strike="noStrike">
                <a:solidFill>
                  <a:schemeClr val="dk2"/>
                </a:solidFill>
                <a:latin typeface="Open Sans"/>
                <a:ea typeface="Open Sans"/>
                <a:cs typeface="Open Sans"/>
                <a:sym typeface="Open Sans"/>
              </a:rPr>
              <a:t> on </a:t>
            </a:r>
            <a:r>
              <a:rPr b="0" i="0" lang="en-US" sz="1400" u="sng" cap="none" strike="noStrike">
                <a:solidFill>
                  <a:schemeClr val="dk2"/>
                </a:solidFill>
                <a:latin typeface="Open Sans"/>
                <a:ea typeface="Open Sans"/>
                <a:cs typeface="Open Sans"/>
                <a:sym typeface="Open Sans"/>
                <a:hlinkClick r:id="rId4">
                  <a:extLst>
                    <a:ext uri="{A12FA001-AC4F-418D-AE19-62706E023703}">
                      <ahyp:hlinkClr val="tx"/>
                    </a:ext>
                  </a:extLst>
                </a:hlinkClick>
              </a:rPr>
              <a:t>Unsplash</a:t>
            </a:r>
            <a:r>
              <a:rPr b="0" i="0" lang="en-US" sz="1400" u="none" cap="none" strike="noStrike">
                <a:solidFill>
                  <a:schemeClr val="dk2"/>
                </a:solidFill>
                <a:latin typeface="Open Sans"/>
                <a:ea typeface="Open Sans"/>
                <a:cs typeface="Open Sans"/>
                <a:sym typeface="Open Sans"/>
              </a:rPr>
              <a:t> (</a:t>
            </a:r>
            <a:r>
              <a:rPr b="0" i="0" lang="en-US" sz="1400" u="sng" cap="none" strike="noStrike">
                <a:solidFill>
                  <a:schemeClr val="dk2"/>
                </a:solidFill>
                <a:latin typeface="Open Sans"/>
                <a:ea typeface="Open Sans"/>
                <a:cs typeface="Open Sans"/>
                <a:sym typeface="Open Sans"/>
                <a:hlinkClick r:id="rId5">
                  <a:extLst>
                    <a:ext uri="{A12FA001-AC4F-418D-AE19-62706E023703}">
                      <ahyp:hlinkClr val="tx"/>
                    </a:ext>
                  </a:extLst>
                </a:hlinkClick>
              </a:rPr>
              <a:t>https://unsplash.com/photos/OxU08SFhPbI</a:t>
            </a:r>
            <a:r>
              <a:rPr b="0" i="0" lang="en-US" sz="1400" u="none" cap="none" strike="noStrike">
                <a:solidFill>
                  <a:schemeClr val="dk2"/>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a:p>
            <a:pPr indent="0" lvl="0" marL="114300" marR="0" rtl="0" algn="ctr">
              <a:lnSpc>
                <a:spcPct val="100000"/>
              </a:lnSpc>
              <a:spcBef>
                <a:spcPts val="0"/>
              </a:spcBef>
              <a:spcAft>
                <a:spcPts val="0"/>
              </a:spcAft>
              <a:buClr>
                <a:schemeClr val="dk2"/>
              </a:buClr>
              <a:buSzPts val="2400"/>
              <a:buFont typeface="Arial"/>
              <a:buNone/>
            </a:pPr>
            <a:r>
              <a:t/>
            </a:r>
            <a:endParaRPr b="0" i="0" sz="2200" u="none" cap="none" strike="noStrike">
              <a:solidFill>
                <a:schemeClr val="dk2"/>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IB_Colors_2015">
      <a:dk1>
        <a:srgbClr val="000000"/>
      </a:dk1>
      <a:lt1>
        <a:srgbClr val="FFFFFF"/>
      </a:lt1>
      <a:dk2>
        <a:srgbClr val="004B8D"/>
      </a:dk2>
      <a:lt2>
        <a:srgbClr val="E7E6E6"/>
      </a:lt2>
      <a:accent1>
        <a:srgbClr val="004B8D"/>
      </a:accent1>
      <a:accent2>
        <a:srgbClr val="1AB7EA"/>
      </a:accent2>
      <a:accent3>
        <a:srgbClr val="FFCC00"/>
      </a:accent3>
      <a:accent4>
        <a:srgbClr val="F05033"/>
      </a:accent4>
      <a:accent5>
        <a:srgbClr val="00B5CB"/>
      </a:accent5>
      <a:accent6>
        <a:srgbClr val="652D8A"/>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2020-06-03T14:10:49Z</dcterms:created>
  <dc:creator>Sarah Phillips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0x0101008ABFB4832776554FB80033071DD78059</vt:lpwstr>
  </property>
</Properties>
</file>